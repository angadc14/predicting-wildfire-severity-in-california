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74" r:id="rId8"/>
    <p:sldId id="260" r:id="rId9"/>
    <p:sldId id="261" r:id="rId10"/>
    <p:sldId id="264" r:id="rId11"/>
    <p:sldId id="265" r:id="rId12"/>
    <p:sldId id="269" r:id="rId13"/>
    <p:sldId id="268" r:id="rId14"/>
    <p:sldId id="273" r:id="rId15"/>
    <p:sldId id="270" r:id="rId16"/>
    <p:sldId id="263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D88979-FD81-AC6D-1D68-FB4432078760}" name="Jacob Forbes" initials="JF" userId="S::25vj24@queensu.ca::1318cf74-9cf5-41fe-9a7b-b2966cce8795" providerId="AD"/>
  <p188:author id="{49BD117A-83E3-4832-D1C0-1C705E53AC17}" name="Titilayo Oyefi" initials="TO" userId="S::25gs52@queensu.ca::74bf9f8f-3489-4144-b0a8-c0398e3e1d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D8CAD-F867-FFF5-5059-C15D403C991A}" v="521" dt="2026-05-23T11:24:54.069"/>
    <p1510:client id="{41221495-C033-4AA7-945F-FFF52FE6E456}" v="268" dt="2026-05-23T16:58:54.864"/>
    <p1510:client id="{44903C13-6367-2FA5-57F7-9D6ACA8ED982}" v="120" dt="2026-05-23T14:02:21.310"/>
    <p1510:client id="{5FE079E1-BE99-02E4-6AD1-F1FE3DA4152D}" v="3" dt="2026-05-23T14:01:14.006"/>
    <p1510:client id="{AE0DD7C8-196B-2DD3-61AD-FA0D8043A10D}" v="789" dt="2026-05-23T00:39:44.007"/>
    <p1510:client id="{D517D614-FE86-6C9C-1A3F-8DA0CD58024D}" v="50" dt="2026-05-23T17:03:16.388"/>
    <p1510:client id="{F1416D22-85F9-45F9-A035-3C070AB0D3E8}" v="1682" dt="2026-05-23T16:42:02.288"/>
    <p1510:client id="{FB780AAE-94EA-FDC7-3D12-B78E77AB2399}" v="65" dt="2026-05-23T14:56:38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Forbes" userId="S::25vj24@queensu.ca::1318cf74-9cf5-41fe-9a7b-b2966cce8795" providerId="AD" clId="Web-{AF5CC88D-5473-FE47-C0FB-49EDD46B1965}"/>
    <pc:docChg chg="mod modSld">
      <pc:chgData name="Jacob Forbes" userId="S::25vj24@queensu.ca::1318cf74-9cf5-41fe-9a7b-b2966cce8795" providerId="AD" clId="Web-{AF5CC88D-5473-FE47-C0FB-49EDD46B1965}" dt="2026-05-20T22:38:06.761" v="209" actId="1076"/>
      <pc:docMkLst>
        <pc:docMk/>
      </pc:docMkLst>
      <pc:sldChg chg="modSp">
        <pc:chgData name="Jacob Forbes" userId="S::25vj24@queensu.ca::1318cf74-9cf5-41fe-9a7b-b2966cce8795" providerId="AD" clId="Web-{AF5CC88D-5473-FE47-C0FB-49EDD46B1965}" dt="2026-05-20T22:14:10.311" v="133" actId="20577"/>
        <pc:sldMkLst>
          <pc:docMk/>
          <pc:sldMk cId="0" sldId="258"/>
        </pc:sldMkLst>
        <pc:spChg chg="mod">
          <ac:chgData name="Jacob Forbes" userId="S::25vj24@queensu.ca::1318cf74-9cf5-41fe-9a7b-b2966cce8795" providerId="AD" clId="Web-{AF5CC88D-5473-FE47-C0FB-49EDD46B1965}" dt="2026-05-20T22:14:10.311" v="133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modSp">
        <pc:chgData name="Jacob Forbes" userId="S::25vj24@queensu.ca::1318cf74-9cf5-41fe-9a7b-b2966cce8795" providerId="AD" clId="Web-{AF5CC88D-5473-FE47-C0FB-49EDD46B1965}" dt="2026-05-20T22:38:06.761" v="209" actId="1076"/>
        <pc:sldMkLst>
          <pc:docMk/>
          <pc:sldMk cId="0" sldId="260"/>
        </pc:sldMkLst>
        <pc:spChg chg="mod">
          <ac:chgData name="Jacob Forbes" userId="S::25vj24@queensu.ca::1318cf74-9cf5-41fe-9a7b-b2966cce8795" providerId="AD" clId="Web-{AF5CC88D-5473-FE47-C0FB-49EDD46B1965}" dt="2026-05-20T22:35:50.978" v="18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5:34.103" v="180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5:34.119" v="181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13.025" v="159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13.025" v="160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13.040" v="161" actId="1410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20.259" v="168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20.275" v="169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20.275" v="170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13.071" v="165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13.071" v="166" actId="1410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acob Forbes" userId="S::25vj24@queensu.ca::1318cf74-9cf5-41fe-9a7b-b2966cce8795" providerId="AD" clId="Web-{AF5CC88D-5473-FE47-C0FB-49EDD46B1965}" dt="2026-05-20T22:34:13.087" v="167" actId="14100"/>
          <ac:spMkLst>
            <pc:docMk/>
            <pc:sldMk cId="0" sldId="260"/>
            <ac:spMk id="17" creationId="{00000000-0000-0000-0000-000000000000}"/>
          </ac:spMkLst>
        </pc:spChg>
        <pc:grpChg chg="add mod">
          <ac:chgData name="Jacob Forbes" userId="S::25vj24@queensu.ca::1318cf74-9cf5-41fe-9a7b-b2966cce8795" providerId="AD" clId="Web-{AF5CC88D-5473-FE47-C0FB-49EDD46B1965}" dt="2026-05-20T22:38:06.761" v="209" actId="1076"/>
          <ac:grpSpMkLst>
            <pc:docMk/>
            <pc:sldMk cId="0" sldId="260"/>
            <ac:grpSpMk id="18" creationId="{CB0754AB-A727-6AF1-BDAE-4C2E60BAE8CF}"/>
          </ac:grpSpMkLst>
        </pc:grpChg>
        <pc:grpChg chg="add mod">
          <ac:chgData name="Jacob Forbes" userId="S::25vj24@queensu.ca::1318cf74-9cf5-41fe-9a7b-b2966cce8795" providerId="AD" clId="Web-{AF5CC88D-5473-FE47-C0FB-49EDD46B1965}" dt="2026-05-20T22:37:38.713" v="206" actId="14100"/>
          <ac:grpSpMkLst>
            <pc:docMk/>
            <pc:sldMk cId="0" sldId="260"/>
            <ac:grpSpMk id="19" creationId="{A6807E88-4012-18DC-9D5C-8C97EB528BA5}"/>
          </ac:grpSpMkLst>
        </pc:grpChg>
        <pc:grpChg chg="add mod">
          <ac:chgData name="Jacob Forbes" userId="S::25vj24@queensu.ca::1318cf74-9cf5-41fe-9a7b-b2966cce8795" providerId="AD" clId="Web-{AF5CC88D-5473-FE47-C0FB-49EDD46B1965}" dt="2026-05-20T22:38:06.745" v="208" actId="1076"/>
          <ac:grpSpMkLst>
            <pc:docMk/>
            <pc:sldMk cId="0" sldId="260"/>
            <ac:grpSpMk id="20" creationId="{14BCC324-4F85-2ACF-4674-105C27F2054C}"/>
          </ac:grpSpMkLst>
        </pc:grpChg>
        <pc:grpChg chg="add mod">
          <ac:chgData name="Jacob Forbes" userId="S::25vj24@queensu.ca::1318cf74-9cf5-41fe-9a7b-b2966cce8795" providerId="AD" clId="Web-{AF5CC88D-5473-FE47-C0FB-49EDD46B1965}" dt="2026-05-20T22:37:38.666" v="204" actId="14100"/>
          <ac:grpSpMkLst>
            <pc:docMk/>
            <pc:sldMk cId="0" sldId="260"/>
            <ac:grpSpMk id="21" creationId="{4A786439-399A-9E82-FF89-14691620272F}"/>
          </ac:grpSpMkLst>
        </pc:grpChg>
        <pc:picChg chg="mod">
          <ac:chgData name="Jacob Forbes" userId="S::25vj24@queensu.ca::1318cf74-9cf5-41fe-9a7b-b2966cce8795" providerId="AD" clId="Web-{AF5CC88D-5473-FE47-C0FB-49EDD46B1965}" dt="2026-05-20T22:35:37.869" v="182" actId="1076"/>
          <ac:picMkLst>
            <pc:docMk/>
            <pc:sldMk cId="0" sldId="260"/>
            <ac:picMk id="5" creationId="{00000000-0000-0000-0000-000000000000}"/>
          </ac:picMkLst>
        </pc:picChg>
      </pc:sldChg>
    </pc:docChg>
  </pc:docChgLst>
  <pc:docChgLst>
    <pc:chgData name="Rajesh Ramu" userId="S::25lg16@queensu.ca::410b31e2-a4cc-4a41-942d-767b2ca9a942" providerId="AD" clId="Web-{5FE079E1-BE99-02E4-6AD1-F1FE3DA4152D}"/>
    <pc:docChg chg="addSld delSld">
      <pc:chgData name="Rajesh Ramu" userId="S::25lg16@queensu.ca::410b31e2-a4cc-4a41-942d-767b2ca9a942" providerId="AD" clId="Web-{5FE079E1-BE99-02E4-6AD1-F1FE3DA4152D}" dt="2026-05-23T14:01:13.912" v="2"/>
      <pc:docMkLst>
        <pc:docMk/>
      </pc:docMkLst>
      <pc:sldChg chg="add del">
        <pc:chgData name="Rajesh Ramu" userId="S::25lg16@queensu.ca::410b31e2-a4cc-4a41-942d-767b2ca9a942" providerId="AD" clId="Web-{5FE079E1-BE99-02E4-6AD1-F1FE3DA4152D}" dt="2026-05-23T14:01:13.912" v="2"/>
        <pc:sldMkLst>
          <pc:docMk/>
          <pc:sldMk cId="3946139593" sldId="275"/>
        </pc:sldMkLst>
      </pc:sldChg>
    </pc:docChg>
  </pc:docChgLst>
  <pc:docChgLst>
    <pc:chgData name="Jacob Forbes" userId="S::25vj24@queensu.ca::1318cf74-9cf5-41fe-9a7b-b2966cce8795" providerId="AD" clId="Web-{151D8CAD-F867-FFF5-5059-C15D403C991A}"/>
    <pc:docChg chg="modSld">
      <pc:chgData name="Jacob Forbes" userId="S::25vj24@queensu.ca::1318cf74-9cf5-41fe-9a7b-b2966cce8795" providerId="AD" clId="Web-{151D8CAD-F867-FFF5-5059-C15D403C991A}" dt="2026-05-23T11:24:51.335" v="243" actId="20577"/>
      <pc:docMkLst>
        <pc:docMk/>
      </pc:docMkLst>
      <pc:sldChg chg="delSp modSp">
        <pc:chgData name="Jacob Forbes" userId="S::25vj24@queensu.ca::1318cf74-9cf5-41fe-9a7b-b2966cce8795" providerId="AD" clId="Web-{151D8CAD-F867-FFF5-5059-C15D403C991A}" dt="2026-05-23T11:22:53.944" v="207" actId="20577"/>
        <pc:sldMkLst>
          <pc:docMk/>
          <pc:sldMk cId="0" sldId="261"/>
        </pc:sldMkLst>
        <pc:spChg chg="mod">
          <ac:chgData name="Jacob Forbes" userId="S::25vj24@queensu.ca::1318cf74-9cf5-41fe-9a7b-b2966cce8795" providerId="AD" clId="Web-{151D8CAD-F867-FFF5-5059-C15D403C991A}" dt="2026-05-23T11:20:53.912" v="86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acob Forbes" userId="S::25vj24@queensu.ca::1318cf74-9cf5-41fe-9a7b-b2966cce8795" providerId="AD" clId="Web-{151D8CAD-F867-FFF5-5059-C15D403C991A}" dt="2026-05-23T11:22:53.944" v="207" actId="20577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Jacob Forbes" userId="S::25vj24@queensu.ca::1318cf74-9cf5-41fe-9a7b-b2966cce8795" providerId="AD" clId="Web-{151D8CAD-F867-FFF5-5059-C15D403C991A}" dt="2026-05-23T11:19:25.099" v="9"/>
          <ac:spMkLst>
            <pc:docMk/>
            <pc:sldMk cId="0" sldId="261"/>
            <ac:spMk id="7" creationId="{2E3B00F4-D214-B3AA-D14A-F761F72179E1}"/>
          </ac:spMkLst>
        </pc:spChg>
      </pc:sldChg>
      <pc:sldChg chg="modSp">
        <pc:chgData name="Jacob Forbes" userId="S::25vj24@queensu.ca::1318cf74-9cf5-41fe-9a7b-b2966cce8795" providerId="AD" clId="Web-{151D8CAD-F867-FFF5-5059-C15D403C991A}" dt="2026-05-23T11:24:51.335" v="243" actId="20577"/>
        <pc:sldMkLst>
          <pc:docMk/>
          <pc:sldMk cId="0" sldId="269"/>
        </pc:sldMkLst>
        <pc:spChg chg="mod">
          <ac:chgData name="Jacob Forbes" userId="S::25vj24@queensu.ca::1318cf74-9cf5-41fe-9a7b-b2966cce8795" providerId="AD" clId="Web-{151D8CAD-F867-FFF5-5059-C15D403C991A}" dt="2026-05-23T11:23:09.132" v="223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Jacob Forbes" userId="S::25vj24@queensu.ca::1318cf74-9cf5-41fe-9a7b-b2966cce8795" providerId="AD" clId="Web-{151D8CAD-F867-FFF5-5059-C15D403C991A}" dt="2026-05-23T11:23:27.850" v="226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acob Forbes" userId="S::25vj24@queensu.ca::1318cf74-9cf5-41fe-9a7b-b2966cce8795" providerId="AD" clId="Web-{151D8CAD-F867-FFF5-5059-C15D403C991A}" dt="2026-05-23T11:23:58.741" v="228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acob Forbes" userId="S::25vj24@queensu.ca::1318cf74-9cf5-41fe-9a7b-b2966cce8795" providerId="AD" clId="Web-{151D8CAD-F867-FFF5-5059-C15D403C991A}" dt="2026-05-23T11:24:51.335" v="243" actId="20577"/>
          <ac:spMkLst>
            <pc:docMk/>
            <pc:sldMk cId="0" sldId="269"/>
            <ac:spMk id="16" creationId="{00000000-0000-0000-0000-000000000000}"/>
          </ac:spMkLst>
        </pc:spChg>
      </pc:sldChg>
    </pc:docChg>
  </pc:docChgLst>
  <pc:docChgLst>
    <pc:chgData name="Titilayo Oyefi" userId="S::25gs52@queensu.ca::74bf9f8f-3489-4144-b0a8-c0398e3e1df8" providerId="AD" clId="Web-{D517D614-FE86-6C9C-1A3F-8DA0CD58024D}"/>
    <pc:docChg chg="modSld">
      <pc:chgData name="Titilayo Oyefi" userId="S::25gs52@queensu.ca::74bf9f8f-3489-4144-b0a8-c0398e3e1df8" providerId="AD" clId="Web-{D517D614-FE86-6C9C-1A3F-8DA0CD58024D}" dt="2026-05-23T17:03:12.248" v="25" actId="20577"/>
      <pc:docMkLst>
        <pc:docMk/>
      </pc:docMkLst>
      <pc:sldChg chg="modSp">
        <pc:chgData name="Titilayo Oyefi" userId="S::25gs52@queensu.ca::74bf9f8f-3489-4144-b0a8-c0398e3e1df8" providerId="AD" clId="Web-{D517D614-FE86-6C9C-1A3F-8DA0CD58024D}" dt="2026-05-23T17:03:12.248" v="25" actId="20577"/>
        <pc:sldMkLst>
          <pc:docMk/>
          <pc:sldMk cId="0" sldId="268"/>
        </pc:sldMkLst>
        <pc:spChg chg="mod">
          <ac:chgData name="Titilayo Oyefi" userId="S::25gs52@queensu.ca::74bf9f8f-3489-4144-b0a8-c0398e3e1df8" providerId="AD" clId="Web-{D517D614-FE86-6C9C-1A3F-8DA0CD58024D}" dt="2026-05-23T17:03:12.248" v="25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">
        <pc:chgData name="Titilayo Oyefi" userId="S::25gs52@queensu.ca::74bf9f8f-3489-4144-b0a8-c0398e3e1df8" providerId="AD" clId="Web-{D517D614-FE86-6C9C-1A3F-8DA0CD58024D}" dt="2026-05-23T17:02:20.451" v="20" actId="20577"/>
        <pc:sldMkLst>
          <pc:docMk/>
          <pc:sldMk cId="0" sldId="269"/>
        </pc:sldMkLst>
        <pc:spChg chg="mod">
          <ac:chgData name="Titilayo Oyefi" userId="S::25gs52@queensu.ca::74bf9f8f-3489-4144-b0a8-c0398e3e1df8" providerId="AD" clId="Web-{D517D614-FE86-6C9C-1A3F-8DA0CD58024D}" dt="2026-05-23T17:02:20.451" v="20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Titilayo Oyefi" userId="S::25gs52@queensu.ca::74bf9f8f-3489-4144-b0a8-c0398e3e1df8" providerId="AD" clId="Web-{D517D614-FE86-6C9C-1A3F-8DA0CD58024D}" dt="2026-05-23T17:02:11.388" v="19" actId="20577"/>
          <ac:spMkLst>
            <pc:docMk/>
            <pc:sldMk cId="0" sldId="269"/>
            <ac:spMk id="22" creationId="{59451751-61E8-2387-94BA-6C0386C177E9}"/>
          </ac:spMkLst>
        </pc:spChg>
      </pc:sldChg>
      <pc:sldChg chg="modSp">
        <pc:chgData name="Titilayo Oyefi" userId="S::25gs52@queensu.ca::74bf9f8f-3489-4144-b0a8-c0398e3e1df8" providerId="AD" clId="Web-{D517D614-FE86-6C9C-1A3F-8DA0CD58024D}" dt="2026-05-23T17:00:58.373" v="15" actId="1076"/>
        <pc:sldMkLst>
          <pc:docMk/>
          <pc:sldMk cId="1771085545" sldId="274"/>
        </pc:sldMkLst>
        <pc:spChg chg="mod">
          <ac:chgData name="Titilayo Oyefi" userId="S::25gs52@queensu.ca::74bf9f8f-3489-4144-b0a8-c0398e3e1df8" providerId="AD" clId="Web-{D517D614-FE86-6C9C-1A3F-8DA0CD58024D}" dt="2026-05-23T17:00:58.373" v="15" actId="1076"/>
          <ac:spMkLst>
            <pc:docMk/>
            <pc:sldMk cId="1771085545" sldId="274"/>
            <ac:spMk id="25" creationId="{52AFCAEF-A001-0098-8CDB-946BC3B505D2}"/>
          </ac:spMkLst>
        </pc:spChg>
        <pc:spChg chg="mod">
          <ac:chgData name="Titilayo Oyefi" userId="S::25gs52@queensu.ca::74bf9f8f-3489-4144-b0a8-c0398e3e1df8" providerId="AD" clId="Web-{D517D614-FE86-6C9C-1A3F-8DA0CD58024D}" dt="2026-05-23T17:00:26.638" v="9" actId="20577"/>
          <ac:spMkLst>
            <pc:docMk/>
            <pc:sldMk cId="1771085545" sldId="274"/>
            <ac:spMk id="26" creationId="{642160DC-6B83-14F9-52B7-17341FAB4F1D}"/>
          </ac:spMkLst>
        </pc:spChg>
      </pc:sldChg>
    </pc:docChg>
  </pc:docChgLst>
  <pc:docChgLst>
    <pc:chgData name="Angel Adrian Trucios Montoya" userId="685f0eb4-99d3-4a0b-a5e5-d0ae50a3eac6" providerId="ADAL" clId="{56EE96D7-BC16-4288-B6A5-2EADE7099F3B}"/>
    <pc:docChg chg="undo custSel addSld delSld modSld">
      <pc:chgData name="Angel Adrian Trucios Montoya" userId="685f0eb4-99d3-4a0b-a5e5-d0ae50a3eac6" providerId="ADAL" clId="{56EE96D7-BC16-4288-B6A5-2EADE7099F3B}" dt="2026-05-18T03:55:29.263" v="34" actId="1076"/>
      <pc:docMkLst>
        <pc:docMk/>
      </pc:docMkLst>
      <pc:sldChg chg="delSp modSp mod">
        <pc:chgData name="Angel Adrian Trucios Montoya" userId="685f0eb4-99d3-4a0b-a5e5-d0ae50a3eac6" providerId="ADAL" clId="{56EE96D7-BC16-4288-B6A5-2EADE7099F3B}" dt="2026-05-18T03:55:29.263" v="34" actId="1076"/>
        <pc:sldMkLst>
          <pc:docMk/>
          <pc:sldMk cId="0" sldId="257"/>
        </pc:sldMkLst>
        <pc:spChg chg="mod">
          <ac:chgData name="Angel Adrian Trucios Montoya" userId="685f0eb4-99d3-4a0b-a5e5-d0ae50a3eac6" providerId="ADAL" clId="{56EE96D7-BC16-4288-B6A5-2EADE7099F3B}" dt="2026-05-18T03:54:40.789" v="26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4:44.859" v="27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5:29.263" v="34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5:29.263" v="34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4:47.841" v="28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5:13.957" v="32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5:13.957" v="32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5:22.754" v="33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5:22.754" v="33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ngel Adrian Trucios Montoya" userId="685f0eb4-99d3-4a0b-a5e5-d0ae50a3eac6" providerId="ADAL" clId="{56EE96D7-BC16-4288-B6A5-2EADE7099F3B}" dt="2026-05-18T03:54:55.645" v="29" actId="1076"/>
          <ac:spMkLst>
            <pc:docMk/>
            <pc:sldMk cId="0" sldId="257"/>
            <ac:spMk id="33" creationId="{00000000-0000-0000-0000-000000000000}"/>
          </ac:spMkLst>
        </pc:spChg>
      </pc:sldChg>
      <pc:sldChg chg="modSp mod">
        <pc:chgData name="Angel Adrian Trucios Montoya" userId="685f0eb4-99d3-4a0b-a5e5-d0ae50a3eac6" providerId="ADAL" clId="{56EE96D7-BC16-4288-B6A5-2EADE7099F3B}" dt="2026-05-18T03:52:39.665" v="9" actId="1076"/>
        <pc:sldMkLst>
          <pc:docMk/>
          <pc:sldMk cId="0" sldId="260"/>
        </pc:sldMkLst>
        <pc:picChg chg="mod">
          <ac:chgData name="Angel Adrian Trucios Montoya" userId="685f0eb4-99d3-4a0b-a5e5-d0ae50a3eac6" providerId="ADAL" clId="{56EE96D7-BC16-4288-B6A5-2EADE7099F3B}" dt="2026-05-18T03:52:39.665" v="9" actId="1076"/>
          <ac:picMkLst>
            <pc:docMk/>
            <pc:sldMk cId="0" sldId="260"/>
            <ac:picMk id="5" creationId="{00000000-0000-0000-0000-000000000000}"/>
          </ac:picMkLst>
        </pc:picChg>
      </pc:sldChg>
      <pc:sldChg chg="modSp mod">
        <pc:chgData name="Angel Adrian Trucios Montoya" userId="685f0eb4-99d3-4a0b-a5e5-d0ae50a3eac6" providerId="ADAL" clId="{56EE96D7-BC16-4288-B6A5-2EADE7099F3B}" dt="2026-05-18T03:53:12.372" v="19" actId="1076"/>
        <pc:sldMkLst>
          <pc:docMk/>
          <pc:sldMk cId="0" sldId="261"/>
        </pc:sldMkLst>
        <pc:spChg chg="mod">
          <ac:chgData name="Angel Adrian Trucios Montoya" userId="685f0eb4-99d3-4a0b-a5e5-d0ae50a3eac6" providerId="ADAL" clId="{56EE96D7-BC16-4288-B6A5-2EADE7099F3B}" dt="2026-05-18T03:53:02.796" v="17" actId="20577"/>
          <ac:spMkLst>
            <pc:docMk/>
            <pc:sldMk cId="0" sldId="261"/>
            <ac:spMk id="6" creationId="{00000000-0000-0000-0000-000000000000}"/>
          </ac:spMkLst>
        </pc:spChg>
        <pc:picChg chg="mod">
          <ac:chgData name="Angel Adrian Trucios Montoya" userId="685f0eb4-99d3-4a0b-a5e5-d0ae50a3eac6" providerId="ADAL" clId="{56EE96D7-BC16-4288-B6A5-2EADE7099F3B}" dt="2026-05-18T03:53:12.372" v="19" actId="1076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Angel Adrian Trucios Montoya" userId="685f0eb4-99d3-4a0b-a5e5-d0ae50a3eac6" providerId="ADAL" clId="{56EE96D7-BC16-4288-B6A5-2EADE7099F3B}" dt="2026-05-18T03:53:07.206" v="18" actId="1076"/>
          <ac:picMkLst>
            <pc:docMk/>
            <pc:sldMk cId="0" sldId="261"/>
            <ac:picMk id="5" creationId="{00000000-0000-0000-0000-000000000000}"/>
          </ac:picMkLst>
        </pc:picChg>
      </pc:sldChg>
      <pc:sldChg chg="modSp mod">
        <pc:chgData name="Angel Adrian Trucios Montoya" userId="685f0eb4-99d3-4a0b-a5e5-d0ae50a3eac6" providerId="ADAL" clId="{56EE96D7-BC16-4288-B6A5-2EADE7099F3B}" dt="2026-05-18T03:52:15.776" v="7" actId="14100"/>
        <pc:sldMkLst>
          <pc:docMk/>
          <pc:sldMk cId="0" sldId="263"/>
        </pc:sldMkLst>
        <pc:picChg chg="mod">
          <ac:chgData name="Angel Adrian Trucios Montoya" userId="685f0eb4-99d3-4a0b-a5e5-d0ae50a3eac6" providerId="ADAL" clId="{56EE96D7-BC16-4288-B6A5-2EADE7099F3B}" dt="2026-05-18T03:52:15.776" v="7" actId="14100"/>
          <ac:picMkLst>
            <pc:docMk/>
            <pc:sldMk cId="0" sldId="263"/>
            <ac:picMk id="18" creationId="{00000000-0000-0000-0000-000000000000}"/>
          </ac:picMkLst>
        </pc:picChg>
      </pc:sldChg>
      <pc:sldChg chg="modSp mod">
        <pc:chgData name="Angel Adrian Trucios Montoya" userId="685f0eb4-99d3-4a0b-a5e5-d0ae50a3eac6" providerId="ADAL" clId="{56EE96D7-BC16-4288-B6A5-2EADE7099F3B}" dt="2026-05-18T03:52:33.260" v="8" actId="1076"/>
        <pc:sldMkLst>
          <pc:docMk/>
          <pc:sldMk cId="0" sldId="264"/>
        </pc:sldMkLst>
        <pc:picChg chg="mod">
          <ac:chgData name="Angel Adrian Trucios Montoya" userId="685f0eb4-99d3-4a0b-a5e5-d0ae50a3eac6" providerId="ADAL" clId="{56EE96D7-BC16-4288-B6A5-2EADE7099F3B}" dt="2026-05-18T03:52:33.260" v="8" actId="1076"/>
          <ac:picMkLst>
            <pc:docMk/>
            <pc:sldMk cId="0" sldId="264"/>
            <ac:picMk id="5" creationId="{00000000-0000-0000-0000-000000000000}"/>
          </ac:picMkLst>
        </pc:picChg>
      </pc:sldChg>
      <pc:sldChg chg="modSp mod">
        <pc:chgData name="Angel Adrian Trucios Montoya" userId="685f0eb4-99d3-4a0b-a5e5-d0ae50a3eac6" providerId="ADAL" clId="{56EE96D7-BC16-4288-B6A5-2EADE7099F3B}" dt="2026-05-18T03:53:22.805" v="20" actId="1076"/>
        <pc:sldMkLst>
          <pc:docMk/>
          <pc:sldMk cId="0" sldId="265"/>
        </pc:sldMkLst>
        <pc:picChg chg="mod">
          <ac:chgData name="Angel Adrian Trucios Montoya" userId="685f0eb4-99d3-4a0b-a5e5-d0ae50a3eac6" providerId="ADAL" clId="{56EE96D7-BC16-4288-B6A5-2EADE7099F3B}" dt="2026-05-18T03:53:22.805" v="20" actId="1076"/>
          <ac:picMkLst>
            <pc:docMk/>
            <pc:sldMk cId="0" sldId="265"/>
            <ac:picMk id="5" creationId="{00000000-0000-0000-0000-000000000000}"/>
          </ac:picMkLst>
        </pc:picChg>
      </pc:sldChg>
    </pc:docChg>
  </pc:docChgLst>
  <pc:docChgLst>
    <pc:chgData name="Titilayo Oyefi" userId="S::25gs52@queensu.ca::74bf9f8f-3489-4144-b0a8-c0398e3e1df8" providerId="AD" clId="Web-{AE0DD7C8-196B-2DD3-61AD-FA0D8043A10D}"/>
    <pc:docChg chg="mod addSld delSld modSld sldOrd">
      <pc:chgData name="Titilayo Oyefi" userId="S::25gs52@queensu.ca::74bf9f8f-3489-4144-b0a8-c0398e3e1df8" providerId="AD" clId="Web-{AE0DD7C8-196B-2DD3-61AD-FA0D8043A10D}" dt="2026-05-23T00:39:44.007" v="469" actId="20577"/>
      <pc:docMkLst>
        <pc:docMk/>
      </pc:docMkLst>
      <pc:sldChg chg="ord">
        <pc:chgData name="Titilayo Oyefi" userId="S::25gs52@queensu.ca::74bf9f8f-3489-4144-b0a8-c0398e3e1df8" providerId="AD" clId="Web-{AE0DD7C8-196B-2DD3-61AD-FA0D8043A10D}" dt="2026-05-22T21:59:24.053" v="1"/>
        <pc:sldMkLst>
          <pc:docMk/>
          <pc:sldMk cId="0" sldId="262"/>
        </pc:sldMkLst>
      </pc:sldChg>
      <pc:sldChg chg="ord">
        <pc:chgData name="Titilayo Oyefi" userId="S::25gs52@queensu.ca::74bf9f8f-3489-4144-b0a8-c0398e3e1df8" providerId="AD" clId="Web-{AE0DD7C8-196B-2DD3-61AD-FA0D8043A10D}" dt="2026-05-22T21:59:27.600" v="2"/>
        <pc:sldMkLst>
          <pc:docMk/>
          <pc:sldMk cId="0" sldId="263"/>
        </pc:sldMkLst>
      </pc:sldChg>
      <pc:sldChg chg="add del">
        <pc:chgData name="Titilayo Oyefi" userId="S::25gs52@queensu.ca::74bf9f8f-3489-4144-b0a8-c0398e3e1df8" providerId="AD" clId="Web-{AE0DD7C8-196B-2DD3-61AD-FA0D8043A10D}" dt="2026-05-23T00:34:28.429" v="452"/>
        <pc:sldMkLst>
          <pc:docMk/>
          <pc:sldMk cId="0" sldId="265"/>
        </pc:sldMkLst>
      </pc:sldChg>
      <pc:sldChg chg="modSp ord modCm">
        <pc:chgData name="Titilayo Oyefi" userId="S::25gs52@queensu.ca::74bf9f8f-3489-4144-b0a8-c0398e3e1df8" providerId="AD" clId="Web-{AE0DD7C8-196B-2DD3-61AD-FA0D8043A10D}" dt="2026-05-22T23:46:52.277" v="415" actId="14100"/>
        <pc:sldMkLst>
          <pc:docMk/>
          <pc:sldMk cId="0" sldId="268"/>
        </pc:sldMkLst>
        <pc:spChg chg="mod">
          <ac:chgData name="Titilayo Oyefi" userId="S::25gs52@queensu.ca::74bf9f8f-3489-4144-b0a8-c0398e3e1df8" providerId="AD" clId="Web-{AE0DD7C8-196B-2DD3-61AD-FA0D8043A10D}" dt="2026-05-22T22:07:25.741" v="11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2:46:01.597" v="200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45:34.323" v="414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2:43:55.207" v="176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2:46:11.769" v="201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46:52.277" v="415" actId="14100"/>
          <ac:spMkLst>
            <pc:docMk/>
            <pc:sldMk cId="0" sldId="268"/>
            <ac:spMk id="9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Titilayo Oyefi" userId="S::25gs52@queensu.ca::74bf9f8f-3489-4144-b0a8-c0398e3e1df8" providerId="AD" clId="Web-{AE0DD7C8-196B-2DD3-61AD-FA0D8043A10D}" dt="2026-05-22T22:12:08.288" v="28" actId="20577"/>
              <pc2:cmMkLst xmlns:pc2="http://schemas.microsoft.com/office/powerpoint/2019/9/main/command">
                <pc:docMk/>
                <pc:sldMk cId="0" sldId="268"/>
                <pc2:cmMk id="{6DC83ADB-CA1B-4AAE-B8B2-84D6E137DD2A}"/>
              </pc2:cmMkLst>
            </pc226:cmChg>
          </p:ext>
        </pc:extLst>
      </pc:sldChg>
      <pc:sldChg chg="modSp">
        <pc:chgData name="Titilayo Oyefi" userId="S::25gs52@queensu.ca::74bf9f8f-3489-4144-b0a8-c0398e3e1df8" providerId="AD" clId="Web-{AE0DD7C8-196B-2DD3-61AD-FA0D8043A10D}" dt="2026-05-23T00:39:44.007" v="469" actId="20577"/>
        <pc:sldMkLst>
          <pc:docMk/>
          <pc:sldMk cId="0" sldId="269"/>
        </pc:sldMkLst>
        <pc:spChg chg="mod">
          <ac:chgData name="Titilayo Oyefi" userId="S::25gs52@queensu.ca::74bf9f8f-3489-4144-b0a8-c0398e3e1df8" providerId="AD" clId="Web-{AE0DD7C8-196B-2DD3-61AD-FA0D8043A10D}" dt="2026-05-22T23:16:32.552" v="340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19:28.349" v="363" actId="20577"/>
          <ac:spMkLst>
            <pc:docMk/>
            <pc:sldMk cId="0" sldId="269"/>
            <ac:spMk id="8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21:32.256" v="382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27:43.006" v="409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21:40.318" v="384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3T00:39:44.007" v="469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08:19.863" v="283" actId="2057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Titilayo Oyefi" userId="S::25gs52@queensu.ca::74bf9f8f-3489-4144-b0a8-c0398e3e1df8" providerId="AD" clId="Web-{AE0DD7C8-196B-2DD3-61AD-FA0D8043A10D}" dt="2026-05-22T23:20:27.693" v="373" actId="20577"/>
          <ac:spMkLst>
            <pc:docMk/>
            <pc:sldMk cId="0" sldId="269"/>
            <ac:spMk id="20" creationId="{00000000-0000-0000-0000-000000000000}"/>
          </ac:spMkLst>
        </pc:spChg>
      </pc:sldChg>
      <pc:sldChg chg="ord">
        <pc:chgData name="Titilayo Oyefi" userId="S::25gs52@queensu.ca::74bf9f8f-3489-4144-b0a8-c0398e3e1df8" providerId="AD" clId="Web-{AE0DD7C8-196B-2DD3-61AD-FA0D8043A10D}" dt="2026-05-22T23:22:10.100" v="385"/>
        <pc:sldMkLst>
          <pc:docMk/>
          <pc:sldMk cId="815023651" sldId="270"/>
        </pc:sldMkLst>
      </pc:sldChg>
      <pc:sldChg chg="addSp delSp modSp new">
        <pc:chgData name="Titilayo Oyefi" userId="S::25gs52@queensu.ca::74bf9f8f-3489-4144-b0a8-c0398e3e1df8" providerId="AD" clId="Web-{AE0DD7C8-196B-2DD3-61AD-FA0D8043A10D}" dt="2026-05-23T00:35:36.038" v="458" actId="1076"/>
        <pc:sldMkLst>
          <pc:docMk/>
          <pc:sldMk cId="1771683399" sldId="271"/>
        </pc:sldMkLst>
        <pc:spChg chg="add mod">
          <ac:chgData name="Titilayo Oyefi" userId="S::25gs52@queensu.ca::74bf9f8f-3489-4144-b0a8-c0398e3e1df8" providerId="AD" clId="Web-{AE0DD7C8-196B-2DD3-61AD-FA0D8043A10D}" dt="2026-05-23T00:35:36.038" v="458" actId="1076"/>
          <ac:spMkLst>
            <pc:docMk/>
            <pc:sldMk cId="1771683399" sldId="271"/>
            <ac:spMk id="2" creationId="{04532326-EE68-78F4-1832-A04F2489F75E}"/>
          </ac:spMkLst>
        </pc:spChg>
        <pc:spChg chg="add">
          <ac:chgData name="Titilayo Oyefi" userId="S::25gs52@queensu.ca::74bf9f8f-3489-4144-b0a8-c0398e3e1df8" providerId="AD" clId="Web-{AE0DD7C8-196B-2DD3-61AD-FA0D8043A10D}" dt="2026-05-23T00:04:21.907" v="445"/>
          <ac:spMkLst>
            <pc:docMk/>
            <pc:sldMk cId="1771683399" sldId="271"/>
            <ac:spMk id="4" creationId="{F7C3BCB2-146E-C211-B772-A147F5F874AC}"/>
          </ac:spMkLst>
        </pc:spChg>
        <pc:spChg chg="add del mod">
          <ac:chgData name="Titilayo Oyefi" userId="S::25gs52@queensu.ca::74bf9f8f-3489-4144-b0a8-c0398e3e1df8" providerId="AD" clId="Web-{AE0DD7C8-196B-2DD3-61AD-FA0D8043A10D}" dt="2026-05-23T00:34:29.116" v="457"/>
          <ac:spMkLst>
            <pc:docMk/>
            <pc:sldMk cId="1771683399" sldId="271"/>
            <ac:spMk id="6" creationId="{5250DA50-6494-F69D-9ABA-AB927FA42150}"/>
          </ac:spMkLst>
        </pc:spChg>
      </pc:sldChg>
    </pc:docChg>
  </pc:docChgLst>
  <pc:docChgLst>
    <pc:chgData name="Angel Adrian Trucios Montoya" userId="S::25lvkv@queensu.ca::685f0eb4-99d3-4a0b-a5e5-d0ae50a3eac6" providerId="AD" clId="Web-{44903C13-6367-2FA5-57F7-9D6ACA8ED982}"/>
    <pc:docChg chg="modSld">
      <pc:chgData name="Angel Adrian Trucios Montoya" userId="S::25lvkv@queensu.ca::685f0eb4-99d3-4a0b-a5e5-d0ae50a3eac6" providerId="AD" clId="Web-{44903C13-6367-2FA5-57F7-9D6ACA8ED982}" dt="2026-05-23T14:02:21.310" v="75" actId="1076"/>
      <pc:docMkLst>
        <pc:docMk/>
      </pc:docMkLst>
      <pc:sldChg chg="addSp delSp modSp">
        <pc:chgData name="Angel Adrian Trucios Montoya" userId="S::25lvkv@queensu.ca::685f0eb4-99d3-4a0b-a5e5-d0ae50a3eac6" providerId="AD" clId="Web-{44903C13-6367-2FA5-57F7-9D6ACA8ED982}" dt="2026-05-23T14:02:21.310" v="75" actId="1076"/>
        <pc:sldMkLst>
          <pc:docMk/>
          <pc:sldMk cId="3440760407" sldId="273"/>
        </pc:sldMkLst>
        <pc:spChg chg="add del mod">
          <ac:chgData name="Angel Adrian Trucios Montoya" userId="S::25lvkv@queensu.ca::685f0eb4-99d3-4a0b-a5e5-d0ae50a3eac6" providerId="AD" clId="Web-{44903C13-6367-2FA5-57F7-9D6ACA8ED982}" dt="2026-05-23T14:01:15.778" v="52"/>
          <ac:spMkLst>
            <pc:docMk/>
            <pc:sldMk cId="3440760407" sldId="273"/>
            <ac:spMk id="4" creationId="{14681C58-B60A-2038-9BC6-2B6F2DE845D4}"/>
          </ac:spMkLst>
        </pc:spChg>
        <pc:spChg chg="add del mod">
          <ac:chgData name="Angel Adrian Trucios Montoya" userId="S::25lvkv@queensu.ca::685f0eb4-99d3-4a0b-a5e5-d0ae50a3eac6" providerId="AD" clId="Web-{44903C13-6367-2FA5-57F7-9D6ACA8ED982}" dt="2026-05-23T14:01:15.778" v="51"/>
          <ac:spMkLst>
            <pc:docMk/>
            <pc:sldMk cId="3440760407" sldId="273"/>
            <ac:spMk id="5" creationId="{92BA3424-5674-2A44-EACC-E1AF92F5D1EF}"/>
          </ac:spMkLst>
        </pc:spChg>
        <pc:spChg chg="add del mod">
          <ac:chgData name="Angel Adrian Trucios Montoya" userId="S::25lvkv@queensu.ca::685f0eb4-99d3-4a0b-a5e5-d0ae50a3eac6" providerId="AD" clId="Web-{44903C13-6367-2FA5-57F7-9D6ACA8ED982}" dt="2026-05-23T14:01:15.778" v="50"/>
          <ac:spMkLst>
            <pc:docMk/>
            <pc:sldMk cId="3440760407" sldId="273"/>
            <ac:spMk id="7" creationId="{527E5390-3E4F-7F19-A2DB-AABCACCA9277}"/>
          </ac:spMkLst>
        </pc:spChg>
        <pc:spChg chg="add mod">
          <ac:chgData name="Angel Adrian Trucios Montoya" userId="S::25lvkv@queensu.ca::685f0eb4-99d3-4a0b-a5e5-d0ae50a3eac6" providerId="AD" clId="Web-{44903C13-6367-2FA5-57F7-9D6ACA8ED982}" dt="2026-05-23T14:02:21.310" v="75" actId="1076"/>
          <ac:spMkLst>
            <pc:docMk/>
            <pc:sldMk cId="3440760407" sldId="273"/>
            <ac:spMk id="9" creationId="{0AF010F1-4569-BB85-3BED-601FA8163EF5}"/>
          </ac:spMkLst>
        </pc:spChg>
        <pc:spChg chg="add del mod">
          <ac:chgData name="Angel Adrian Trucios Montoya" userId="S::25lvkv@queensu.ca::685f0eb4-99d3-4a0b-a5e5-d0ae50a3eac6" providerId="AD" clId="Web-{44903C13-6367-2FA5-57F7-9D6ACA8ED982}" dt="2026-05-23T14:01:19.841" v="55"/>
          <ac:spMkLst>
            <pc:docMk/>
            <pc:sldMk cId="3440760407" sldId="273"/>
            <ac:spMk id="11" creationId="{6EA19DD4-7BDA-BD80-C74D-8B2112DA5A2F}"/>
          </ac:spMkLst>
        </pc:spChg>
        <pc:spChg chg="del">
          <ac:chgData name="Angel Adrian Trucios Montoya" userId="S::25lvkv@queensu.ca::685f0eb4-99d3-4a0b-a5e5-d0ae50a3eac6" providerId="AD" clId="Web-{44903C13-6367-2FA5-57F7-9D6ACA8ED982}" dt="2026-05-23T14:01:15.810" v="54"/>
          <ac:spMkLst>
            <pc:docMk/>
            <pc:sldMk cId="3440760407" sldId="273"/>
            <ac:spMk id="49" creationId="{D37F16DA-3037-E1E4-8E5B-5360C5AABF6B}"/>
          </ac:spMkLst>
        </pc:spChg>
        <pc:spChg chg="del">
          <ac:chgData name="Angel Adrian Trucios Montoya" userId="S::25lvkv@queensu.ca::685f0eb4-99d3-4a0b-a5e5-d0ae50a3eac6" providerId="AD" clId="Web-{44903C13-6367-2FA5-57F7-9D6ACA8ED982}" dt="2026-05-23T14:01:15.778" v="53"/>
          <ac:spMkLst>
            <pc:docMk/>
            <pc:sldMk cId="3440760407" sldId="273"/>
            <ac:spMk id="52" creationId="{8328928C-8A0D-303B-C2BB-C651DE1E6740}"/>
          </ac:spMkLst>
        </pc:spChg>
        <pc:picChg chg="add del mod">
          <ac:chgData name="Angel Adrian Trucios Montoya" userId="S::25lvkv@queensu.ca::685f0eb4-99d3-4a0b-a5e5-d0ae50a3eac6" providerId="AD" clId="Web-{44903C13-6367-2FA5-57F7-9D6ACA8ED982}" dt="2026-05-23T14:01:09.153" v="49"/>
          <ac:picMkLst>
            <pc:docMk/>
            <pc:sldMk cId="3440760407" sldId="273"/>
            <ac:picMk id="3" creationId="{AD704819-66C6-FA98-4AE0-4017A1B2EA4B}"/>
          </ac:picMkLst>
        </pc:picChg>
        <pc:picChg chg="add mod modCrop">
          <ac:chgData name="Angel Adrian Trucios Montoya" userId="S::25lvkv@queensu.ca::685f0eb4-99d3-4a0b-a5e5-d0ae50a3eac6" providerId="AD" clId="Web-{44903C13-6367-2FA5-57F7-9D6ACA8ED982}" dt="2026-05-23T14:01:37.419" v="60"/>
          <ac:picMkLst>
            <pc:docMk/>
            <pc:sldMk cId="3440760407" sldId="273"/>
            <ac:picMk id="12" creationId="{D329B9F2-C197-30A5-1540-A2F770FC1D7C}"/>
          </ac:picMkLst>
        </pc:picChg>
      </pc:sldChg>
    </pc:docChg>
  </pc:docChgLst>
  <pc:docChgLst>
    <pc:chgData name="Jacob Forbes" userId="S::25vj24@queensu.ca::1318cf74-9cf5-41fe-9a7b-b2966cce8795" providerId="AD" clId="Web-{41221495-C033-4AA7-945F-FFF52FE6E456}"/>
    <pc:docChg chg="modSld">
      <pc:chgData name="Jacob Forbes" userId="S::25vj24@queensu.ca::1318cf74-9cf5-41fe-9a7b-b2966cce8795" providerId="AD" clId="Web-{41221495-C033-4AA7-945F-FFF52FE6E456}" dt="2026-05-23T16:58:54.864" v="158" actId="1076"/>
      <pc:docMkLst>
        <pc:docMk/>
      </pc:docMkLst>
      <pc:sldChg chg="modSp">
        <pc:chgData name="Jacob Forbes" userId="S::25vj24@queensu.ca::1318cf74-9cf5-41fe-9a7b-b2966cce8795" providerId="AD" clId="Web-{41221495-C033-4AA7-945F-FFF52FE6E456}" dt="2026-05-23T16:57:28.225" v="155" actId="1076"/>
        <pc:sldMkLst>
          <pc:docMk/>
          <pc:sldMk cId="0" sldId="268"/>
        </pc:sldMkLst>
        <pc:spChg chg="mod">
          <ac:chgData name="Jacob Forbes" userId="S::25vj24@queensu.ca::1318cf74-9cf5-41fe-9a7b-b2966cce8795" providerId="AD" clId="Web-{41221495-C033-4AA7-945F-FFF52FE6E456}" dt="2026-05-23T16:57:28.225" v="155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Jacob Forbes" userId="S::25vj24@queensu.ca::1318cf74-9cf5-41fe-9a7b-b2966cce8795" providerId="AD" clId="Web-{41221495-C033-4AA7-945F-FFF52FE6E456}" dt="2026-05-23T16:57:19.319" v="153" actId="1076"/>
          <ac:spMkLst>
            <pc:docMk/>
            <pc:sldMk cId="0" sldId="268"/>
            <ac:spMk id="9" creationId="{00000000-0000-0000-0000-000000000000}"/>
          </ac:spMkLst>
        </pc:spChg>
      </pc:sldChg>
      <pc:sldChg chg="addSp modSp">
        <pc:chgData name="Jacob Forbes" userId="S::25vj24@queensu.ca::1318cf74-9cf5-41fe-9a7b-b2966cce8795" providerId="AD" clId="Web-{41221495-C033-4AA7-945F-FFF52FE6E456}" dt="2026-05-23T16:58:54.864" v="158" actId="1076"/>
        <pc:sldMkLst>
          <pc:docMk/>
          <pc:sldMk cId="0" sldId="269"/>
        </pc:sldMkLst>
        <pc:spChg chg="mod">
          <ac:chgData name="Jacob Forbes" userId="S::25vj24@queensu.ca::1318cf74-9cf5-41fe-9a7b-b2966cce8795" providerId="AD" clId="Web-{41221495-C033-4AA7-945F-FFF52FE6E456}" dt="2026-05-23T16:58:54.864" v="158" actId="1076"/>
          <ac:spMkLst>
            <pc:docMk/>
            <pc:sldMk cId="0" sldId="269"/>
            <ac:spMk id="12" creationId="{00000000-0000-0000-0000-000000000000}"/>
          </ac:spMkLst>
        </pc:spChg>
        <pc:spChg chg="add mod">
          <ac:chgData name="Jacob Forbes" userId="S::25vj24@queensu.ca::1318cf74-9cf5-41fe-9a7b-b2966cce8795" providerId="AD" clId="Web-{41221495-C033-4AA7-945F-FFF52FE6E456}" dt="2026-05-23T16:57:02.506" v="149" actId="14100"/>
          <ac:spMkLst>
            <pc:docMk/>
            <pc:sldMk cId="0" sldId="269"/>
            <ac:spMk id="22" creationId="{59451751-61E8-2387-94BA-6C0386C177E9}"/>
          </ac:spMkLst>
        </pc:spChg>
      </pc:sldChg>
    </pc:docChg>
  </pc:docChgLst>
  <pc:docChgLst>
    <pc:chgData name="Jacob Forbes" userId="1318cf74-9cf5-41fe-9a7b-b2966cce8795" providerId="ADAL" clId="{9C669156-073E-4600-9FCF-FF813464E805}"/>
    <pc:docChg chg="undo custSel addSld delSld modSld sldOrd">
      <pc:chgData name="Jacob Forbes" userId="1318cf74-9cf5-41fe-9a7b-b2966cce8795" providerId="ADAL" clId="{9C669156-073E-4600-9FCF-FF813464E805}" dt="2026-05-23T15:48:08.866" v="12572" actId="20577"/>
      <pc:docMkLst>
        <pc:docMk/>
      </pc:docMkLst>
      <pc:sldChg chg="modSp mod">
        <pc:chgData name="Jacob Forbes" userId="1318cf74-9cf5-41fe-9a7b-b2966cce8795" providerId="ADAL" clId="{9C669156-073E-4600-9FCF-FF813464E805}" dt="2026-05-23T14:11:58.467" v="11903" actId="20577"/>
        <pc:sldMkLst>
          <pc:docMk/>
          <pc:sldMk cId="0" sldId="256"/>
        </pc:sldMkLst>
        <pc:spChg chg="mod">
          <ac:chgData name="Jacob Forbes" userId="1318cf74-9cf5-41fe-9a7b-b2966cce8795" providerId="ADAL" clId="{9C669156-073E-4600-9FCF-FF813464E805}" dt="2026-05-23T14:11:39.948" v="11890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4:11:58.467" v="11903" actId="20577"/>
          <ac:spMkLst>
            <pc:docMk/>
            <pc:sldMk cId="0" sldId="256"/>
            <ac:spMk id="17" creationId="{00000000-0000-0000-0000-000000000000}"/>
          </ac:spMkLst>
        </pc:spChg>
      </pc:sldChg>
      <pc:sldChg chg="addSp modSp mod">
        <pc:chgData name="Jacob Forbes" userId="1318cf74-9cf5-41fe-9a7b-b2966cce8795" providerId="ADAL" clId="{9C669156-073E-4600-9FCF-FF813464E805}" dt="2026-05-23T12:57:29.965" v="9086" actId="20577"/>
        <pc:sldMkLst>
          <pc:docMk/>
          <pc:sldMk cId="0" sldId="257"/>
        </pc:sldMkLst>
        <pc:spChg chg="mod">
          <ac:chgData name="Jacob Forbes" userId="1318cf74-9cf5-41fe-9a7b-b2966cce8795" providerId="ADAL" clId="{9C669156-073E-4600-9FCF-FF813464E805}" dt="2026-05-23T12:19:25.040" v="6884" actId="114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19:28.343" v="6885" actId="114"/>
          <ac:spMkLst>
            <pc:docMk/>
            <pc:sldMk cId="0" sldId="257"/>
            <ac:spMk id="3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44:13.086" v="827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19:21.980" v="6883" actId="114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Jacob Forbes" userId="1318cf74-9cf5-41fe-9a7b-b2966cce8795" providerId="ADAL" clId="{9C669156-073E-4600-9FCF-FF813464E805}" dt="2026-05-23T12:20:52.299" v="6944" actId="1076"/>
          <ac:spMkLst>
            <pc:docMk/>
            <pc:sldMk cId="0" sldId="257"/>
            <ac:spMk id="9" creationId="{CBEDF7AA-7898-B967-42BC-8F5EE939A961}"/>
          </ac:spMkLst>
        </pc:spChg>
        <pc:spChg chg="mod">
          <ac:chgData name="Jacob Forbes" userId="1318cf74-9cf5-41fe-9a7b-b2966cce8795" providerId="ADAL" clId="{9C669156-073E-4600-9FCF-FF813464E805}" dt="2026-05-23T12:19:21.980" v="6883" actId="11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19:21.980" v="6883" actId="11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57:29.965" v="9086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45:08.064" v="8316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0:10.904" v="690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19:21.980" v="6883" actId="11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0:24.851" v="6923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0:56.808" v="6945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0:56.808" v="6945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0:31.595" v="6942" actId="20577"/>
          <ac:spMkLst>
            <pc:docMk/>
            <pc:sldMk cId="0" sldId="257"/>
            <ac:spMk id="24" creationId="{00000000-0000-0000-0000-000000000000}"/>
          </ac:spMkLst>
        </pc:spChg>
        <pc:spChg chg="add mod">
          <ac:chgData name="Jacob Forbes" userId="1318cf74-9cf5-41fe-9a7b-b2966cce8795" providerId="ADAL" clId="{9C669156-073E-4600-9FCF-FF813464E805}" dt="2026-05-23T12:21:00.167" v="6947" actId="20577"/>
          <ac:spMkLst>
            <pc:docMk/>
            <pc:sldMk cId="0" sldId="257"/>
            <ac:spMk id="25" creationId="{88B2F518-6BF6-CFD8-5E9D-4E7F1ED29BC4}"/>
          </ac:spMkLst>
        </pc:spChg>
        <pc:spChg chg="add mod">
          <ac:chgData name="Jacob Forbes" userId="1318cf74-9cf5-41fe-9a7b-b2966cce8795" providerId="ADAL" clId="{9C669156-073E-4600-9FCF-FF813464E805}" dt="2026-05-23T12:20:52.299" v="6944" actId="1076"/>
          <ac:spMkLst>
            <pc:docMk/>
            <pc:sldMk cId="0" sldId="257"/>
            <ac:spMk id="26" creationId="{B7874C53-0A35-6089-4423-FA2C92AF3446}"/>
          </ac:spMkLst>
        </pc:spChg>
        <pc:spChg chg="mod">
          <ac:chgData name="Jacob Forbes" userId="1318cf74-9cf5-41fe-9a7b-b2966cce8795" providerId="ADAL" clId="{9C669156-073E-4600-9FCF-FF813464E805}" dt="2026-05-23T12:21:10.974" v="6979" actId="20577"/>
          <ac:spMkLst>
            <pc:docMk/>
            <pc:sldMk cId="0" sldId="257"/>
            <ac:spMk id="33" creationId="{00000000-0000-0000-0000-000000000000}"/>
          </ac:spMkLst>
        </pc:spChg>
      </pc:sldChg>
      <pc:sldChg chg="addSp delSp modSp mod ord modNotesTx">
        <pc:chgData name="Jacob Forbes" userId="1318cf74-9cf5-41fe-9a7b-b2966cce8795" providerId="ADAL" clId="{9C669156-073E-4600-9FCF-FF813464E805}" dt="2026-05-23T13:49:01.686" v="11768" actId="20577"/>
        <pc:sldMkLst>
          <pc:docMk/>
          <pc:sldMk cId="0" sldId="258"/>
        </pc:sldMkLst>
        <pc:spChg chg="mod">
          <ac:chgData name="Jacob Forbes" userId="1318cf74-9cf5-41fe-9a7b-b2966cce8795" providerId="ADAL" clId="{9C669156-073E-4600-9FCF-FF813464E805}" dt="2026-05-23T13:49:01.686" v="11768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09.240" v="7066" actId="403"/>
          <ac:spMkLst>
            <pc:docMk/>
            <pc:sldMk cId="0" sldId="258"/>
            <ac:spMk id="6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09.240" v="7066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12.992" v="7067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09.240" v="7066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09.240" v="7066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16.223" v="7068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09.240" v="7066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24:09.240" v="7066" actId="403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Jacob Forbes" userId="1318cf74-9cf5-41fe-9a7b-b2966cce8795" providerId="ADAL" clId="{9C669156-073E-4600-9FCF-FF813464E805}" dt="2026-05-23T12:46:52.841" v="8359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Jacob Forbes" userId="1318cf74-9cf5-41fe-9a7b-b2966cce8795" providerId="ADAL" clId="{9C669156-073E-4600-9FCF-FF813464E805}" dt="2026-05-23T12:45:59.967" v="8357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Jacob Forbes" userId="1318cf74-9cf5-41fe-9a7b-b2966cce8795" providerId="ADAL" clId="{9C669156-073E-4600-9FCF-FF813464E805}" dt="2026-05-23T12:45:59.967" v="8357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Jacob Forbes" userId="1318cf74-9cf5-41fe-9a7b-b2966cce8795" providerId="ADAL" clId="{9C669156-073E-4600-9FCF-FF813464E805}" dt="2026-05-23T12:45:59.967" v="8357" actId="478"/>
          <ac:spMkLst>
            <pc:docMk/>
            <pc:sldMk cId="0" sldId="258"/>
            <ac:spMk id="17" creationId="{00000000-0000-0000-0000-000000000000}"/>
          </ac:spMkLst>
        </pc:spChg>
        <pc:grpChg chg="add mod">
          <ac:chgData name="Jacob Forbes" userId="1318cf74-9cf5-41fe-9a7b-b2966cce8795" providerId="ADAL" clId="{9C669156-073E-4600-9FCF-FF813464E805}" dt="2026-05-23T13:31:20.853" v="11620" actId="1036"/>
          <ac:grpSpMkLst>
            <pc:docMk/>
            <pc:sldMk cId="0" sldId="258"/>
            <ac:grpSpMk id="18" creationId="{3FD27DAD-A39C-7FB9-0041-964F2CA206DD}"/>
          </ac:grpSpMkLst>
        </pc:grpChg>
        <pc:grpChg chg="add mod">
          <ac:chgData name="Jacob Forbes" userId="1318cf74-9cf5-41fe-9a7b-b2966cce8795" providerId="ADAL" clId="{9C669156-073E-4600-9FCF-FF813464E805}" dt="2026-05-23T13:29:43.219" v="11434" actId="1035"/>
          <ac:grpSpMkLst>
            <pc:docMk/>
            <pc:sldMk cId="0" sldId="258"/>
            <ac:grpSpMk id="19" creationId="{51A9348E-3172-309F-AC04-EC960ABD60D8}"/>
          </ac:grpSpMkLst>
        </pc:grpChg>
        <pc:grpChg chg="add del mod">
          <ac:chgData name="Jacob Forbes" userId="1318cf74-9cf5-41fe-9a7b-b2966cce8795" providerId="ADAL" clId="{9C669156-073E-4600-9FCF-FF813464E805}" dt="2026-05-23T12:46:58.909" v="8360" actId="478"/>
          <ac:grpSpMkLst>
            <pc:docMk/>
            <pc:sldMk cId="0" sldId="258"/>
            <ac:grpSpMk id="20" creationId="{A837C5B1-6F40-9DD6-63E0-C0F612660FC7}"/>
          </ac:grpSpMkLst>
        </pc:grpChg>
      </pc:sldChg>
      <pc:sldChg chg="addSp delSp modSp mod modNotesTx">
        <pc:chgData name="Jacob Forbes" userId="1318cf74-9cf5-41fe-9a7b-b2966cce8795" providerId="ADAL" clId="{9C669156-073E-4600-9FCF-FF813464E805}" dt="2026-05-23T14:45:08.307" v="12153" actId="20577"/>
        <pc:sldMkLst>
          <pc:docMk/>
          <pc:sldMk cId="0" sldId="260"/>
        </pc:sldMkLst>
        <pc:spChg chg="mod">
          <ac:chgData name="Jacob Forbes" userId="1318cf74-9cf5-41fe-9a7b-b2966cce8795" providerId="ADAL" clId="{9C669156-073E-4600-9FCF-FF813464E805}" dt="2026-05-23T12:44:58.598" v="830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4:45:08.307" v="12153" actId="20577"/>
          <ac:spMkLst>
            <pc:docMk/>
            <pc:sldMk cId="0" sldId="260"/>
            <ac:spMk id="17" creationId="{00000000-0000-0000-0000-000000000000}"/>
          </ac:spMkLst>
        </pc:spChg>
        <pc:spChg chg="add mod">
          <ac:chgData name="Jacob Forbes" userId="1318cf74-9cf5-41fe-9a7b-b2966cce8795" providerId="ADAL" clId="{9C669156-073E-4600-9FCF-FF813464E805}" dt="2026-05-20T23:32:09.796" v="1353" actId="1076"/>
          <ac:spMkLst>
            <pc:docMk/>
            <pc:sldMk cId="0" sldId="260"/>
            <ac:spMk id="27" creationId="{DFBE656E-3D89-DA32-9845-E42808266B54}"/>
          </ac:spMkLst>
        </pc:spChg>
        <pc:spChg chg="mod">
          <ac:chgData name="Jacob Forbes" userId="1318cf74-9cf5-41fe-9a7b-b2966cce8795" providerId="ADAL" clId="{9C669156-073E-4600-9FCF-FF813464E805}" dt="2026-05-20T23:13:56.070" v="816" actId="403"/>
          <ac:spMkLst>
            <pc:docMk/>
            <pc:sldMk cId="0" sldId="260"/>
            <ac:spMk id="29" creationId="{0627FF3F-E5F2-756A-C1E5-29D8325F3784}"/>
          </ac:spMkLst>
        </pc:spChg>
        <pc:spChg chg="mod">
          <ac:chgData name="Jacob Forbes" userId="1318cf74-9cf5-41fe-9a7b-b2966cce8795" providerId="ADAL" clId="{9C669156-073E-4600-9FCF-FF813464E805}" dt="2026-05-20T23:18:40.363" v="1011" actId="20577"/>
          <ac:spMkLst>
            <pc:docMk/>
            <pc:sldMk cId="0" sldId="260"/>
            <ac:spMk id="30" creationId="{8C112366-AD16-B1A1-C901-0D69F489C44B}"/>
          </ac:spMkLst>
        </pc:spChg>
        <pc:grpChg chg="mod">
          <ac:chgData name="Jacob Forbes" userId="1318cf74-9cf5-41fe-9a7b-b2966cce8795" providerId="ADAL" clId="{9C669156-073E-4600-9FCF-FF813464E805}" dt="2026-05-20T22:58:35.581" v="221" actId="14100"/>
          <ac:grpSpMkLst>
            <pc:docMk/>
            <pc:sldMk cId="0" sldId="260"/>
            <ac:grpSpMk id="18" creationId="{CB0754AB-A727-6AF1-BDAE-4C2E60BAE8CF}"/>
          </ac:grpSpMkLst>
        </pc:grpChg>
        <pc:grpChg chg="mod">
          <ac:chgData name="Jacob Forbes" userId="1318cf74-9cf5-41fe-9a7b-b2966cce8795" providerId="ADAL" clId="{9C669156-073E-4600-9FCF-FF813464E805}" dt="2026-05-20T22:58:45.655" v="223" actId="1076"/>
          <ac:grpSpMkLst>
            <pc:docMk/>
            <pc:sldMk cId="0" sldId="260"/>
            <ac:grpSpMk id="19" creationId="{A6807E88-4012-18DC-9D5C-8C97EB528BA5}"/>
          </ac:grpSpMkLst>
        </pc:grpChg>
        <pc:grpChg chg="mod">
          <ac:chgData name="Jacob Forbes" userId="1318cf74-9cf5-41fe-9a7b-b2966cce8795" providerId="ADAL" clId="{9C669156-073E-4600-9FCF-FF813464E805}" dt="2026-05-20T22:58:43.169" v="222" actId="1076"/>
          <ac:grpSpMkLst>
            <pc:docMk/>
            <pc:sldMk cId="0" sldId="260"/>
            <ac:grpSpMk id="20" creationId="{14BCC324-4F85-2ACF-4674-105C27F2054C}"/>
          </ac:grpSpMkLst>
        </pc:grpChg>
        <pc:grpChg chg="mod">
          <ac:chgData name="Jacob Forbes" userId="1318cf74-9cf5-41fe-9a7b-b2966cce8795" providerId="ADAL" clId="{9C669156-073E-4600-9FCF-FF813464E805}" dt="2026-05-20T22:58:35.581" v="221" actId="14100"/>
          <ac:grpSpMkLst>
            <pc:docMk/>
            <pc:sldMk cId="0" sldId="260"/>
            <ac:grpSpMk id="21" creationId="{4A786439-399A-9E82-FF89-14691620272F}"/>
          </ac:grpSpMkLst>
        </pc:grpChg>
        <pc:grpChg chg="add mod">
          <ac:chgData name="Jacob Forbes" userId="1318cf74-9cf5-41fe-9a7b-b2966cce8795" providerId="ADAL" clId="{9C669156-073E-4600-9FCF-FF813464E805}" dt="2026-05-20T23:12:41.079" v="702" actId="14100"/>
          <ac:grpSpMkLst>
            <pc:docMk/>
            <pc:sldMk cId="0" sldId="260"/>
            <ac:grpSpMk id="28" creationId="{55641933-D430-2A8E-CBCE-86A1A543CA0F}"/>
          </ac:grpSpMkLst>
        </pc:grpChg>
        <pc:graphicFrameChg chg="add mod modGraphic">
          <ac:chgData name="Jacob Forbes" userId="1318cf74-9cf5-41fe-9a7b-b2966cce8795" providerId="ADAL" clId="{9C669156-073E-4600-9FCF-FF813464E805}" dt="2026-05-20T23:31:09.435" v="1345" actId="113"/>
          <ac:graphicFrameMkLst>
            <pc:docMk/>
            <pc:sldMk cId="0" sldId="260"/>
            <ac:graphicFrameMk id="26" creationId="{0B2829E5-18FD-4D88-852E-808A7B8ED42E}"/>
          </ac:graphicFrameMkLst>
        </pc:graphicFrameChg>
        <pc:picChg chg="mod">
          <ac:chgData name="Jacob Forbes" userId="1318cf74-9cf5-41fe-9a7b-b2966cce8795" providerId="ADAL" clId="{9C669156-073E-4600-9FCF-FF813464E805}" dt="2026-05-20T22:58:27.672" v="220" actId="14100"/>
          <ac:picMkLst>
            <pc:docMk/>
            <pc:sldMk cId="0" sldId="260"/>
            <ac:picMk id="5" creationId="{00000000-0000-0000-0000-000000000000}"/>
          </ac:picMkLst>
        </pc:picChg>
      </pc:sldChg>
      <pc:sldChg chg="addSp modSp mod modNotesTx">
        <pc:chgData name="Jacob Forbes" userId="1318cf74-9cf5-41fe-9a7b-b2966cce8795" providerId="ADAL" clId="{9C669156-073E-4600-9FCF-FF813464E805}" dt="2026-05-23T15:07:50.387" v="12170" actId="20577"/>
        <pc:sldMkLst>
          <pc:docMk/>
          <pc:sldMk cId="0" sldId="261"/>
        </pc:sldMkLst>
        <pc:spChg chg="mod">
          <ac:chgData name="Jacob Forbes" userId="1318cf74-9cf5-41fe-9a7b-b2966cce8795" providerId="ADAL" clId="{9C669156-073E-4600-9FCF-FF813464E805}" dt="2026-05-23T15:07:50.387" v="12170" actId="20577"/>
          <ac:spMkLst>
            <pc:docMk/>
            <pc:sldMk cId="0" sldId="261"/>
            <ac:spMk id="6" creationId="{00000000-0000-0000-0000-000000000000}"/>
          </ac:spMkLst>
        </pc:spChg>
      </pc:sldChg>
      <pc:sldChg chg="del ord">
        <pc:chgData name="Jacob Forbes" userId="1318cf74-9cf5-41fe-9a7b-b2966cce8795" providerId="ADAL" clId="{9C669156-073E-4600-9FCF-FF813464E805}" dt="2026-05-23T12:22:03.301" v="6987" actId="47"/>
        <pc:sldMkLst>
          <pc:docMk/>
          <pc:sldMk cId="0" sldId="262"/>
        </pc:sldMkLst>
      </pc:sldChg>
      <pc:sldChg chg="modSp mod ord modNotesTx">
        <pc:chgData name="Jacob Forbes" userId="1318cf74-9cf5-41fe-9a7b-b2966cce8795" providerId="ADAL" clId="{9C669156-073E-4600-9FCF-FF813464E805}" dt="2026-05-23T12:21:56.011" v="6986" actId="20577"/>
        <pc:sldMkLst>
          <pc:docMk/>
          <pc:sldMk cId="0" sldId="263"/>
        </pc:sldMkLst>
        <pc:spChg chg="mod">
          <ac:chgData name="Jacob Forbes" userId="1318cf74-9cf5-41fe-9a7b-b2966cce8795" providerId="ADAL" clId="{9C669156-073E-4600-9FCF-FF813464E805}" dt="2026-05-23T12:21:56.011" v="6986" actId="20577"/>
          <ac:spMkLst>
            <pc:docMk/>
            <pc:sldMk cId="0" sldId="263"/>
            <ac:spMk id="17" creationId="{00000000-0000-0000-0000-000000000000}"/>
          </ac:spMkLst>
        </pc:spChg>
        <pc:picChg chg="mod">
          <ac:chgData name="Jacob Forbes" userId="1318cf74-9cf5-41fe-9a7b-b2966cce8795" providerId="ADAL" clId="{9C669156-073E-4600-9FCF-FF813464E805}" dt="2026-05-20T23:28:49.650" v="1339" actId="1035"/>
          <ac:picMkLst>
            <pc:docMk/>
            <pc:sldMk cId="0" sldId="263"/>
            <ac:picMk id="18" creationId="{00000000-0000-0000-0000-000000000000}"/>
          </ac:picMkLst>
        </pc:picChg>
      </pc:sldChg>
      <pc:sldChg chg="addSp modSp mod">
        <pc:chgData name="Jacob Forbes" userId="1318cf74-9cf5-41fe-9a7b-b2966cce8795" providerId="ADAL" clId="{9C669156-073E-4600-9FCF-FF813464E805}" dt="2026-05-23T13:23:46.938" v="11133" actId="20577"/>
        <pc:sldMkLst>
          <pc:docMk/>
          <pc:sldMk cId="0" sldId="264"/>
        </pc:sldMkLst>
        <pc:spChg chg="mod">
          <ac:chgData name="Jacob Forbes" userId="1318cf74-9cf5-41fe-9a7b-b2966cce8795" providerId="ADAL" clId="{9C669156-073E-4600-9FCF-FF813464E805}" dt="2026-05-23T13:21:20.890" v="10995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34.162" v="11000" actId="404"/>
          <ac:spMkLst>
            <pc:docMk/>
            <pc:sldMk cId="0" sldId="264"/>
            <ac:spMk id="7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34.162" v="11000" actId="404"/>
          <ac:spMkLst>
            <pc:docMk/>
            <pc:sldMk cId="0" sldId="264"/>
            <ac:spMk id="8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34.162" v="11000" actId="404"/>
          <ac:spMkLst>
            <pc:docMk/>
            <pc:sldMk cId="0" sldId="264"/>
            <ac:spMk id="9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53.867" v="11006" actId="404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34.162" v="11000" actId="40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34.162" v="11000" actId="404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47.966" v="11003" actId="404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15.022" v="10993" actId="403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15.022" v="10993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43.161" v="11001" actId="40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15.022" v="10993" actId="403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15.022" v="10993" actId="403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43.161" v="11001" actId="403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15.022" v="10993" actId="403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15.022" v="10993" actId="403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1:43.161" v="11001" actId="403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22:40.966" v="11057"/>
          <ac:spMkLst>
            <pc:docMk/>
            <pc:sldMk cId="0" sldId="264"/>
            <ac:spMk id="24" creationId="{EA230500-9981-E941-5F2F-9CE14FE1397F}"/>
          </ac:spMkLst>
        </pc:spChg>
        <pc:spChg chg="mod">
          <ac:chgData name="Jacob Forbes" userId="1318cf74-9cf5-41fe-9a7b-b2966cce8795" providerId="ADAL" clId="{9C669156-073E-4600-9FCF-FF813464E805}" dt="2026-05-23T13:23:46.938" v="11133" actId="20577"/>
          <ac:spMkLst>
            <pc:docMk/>
            <pc:sldMk cId="0" sldId="264"/>
            <ac:spMk id="25" creationId="{1E05FC27-95A1-869C-F6EA-F20E8E501400}"/>
          </ac:spMkLst>
        </pc:spChg>
        <pc:grpChg chg="add mod">
          <ac:chgData name="Jacob Forbes" userId="1318cf74-9cf5-41fe-9a7b-b2966cce8795" providerId="ADAL" clId="{9C669156-073E-4600-9FCF-FF813464E805}" dt="2026-05-23T13:23:22.260" v="11120" actId="1076"/>
          <ac:grpSpMkLst>
            <pc:docMk/>
            <pc:sldMk cId="0" sldId="264"/>
            <ac:grpSpMk id="23" creationId="{117A60A1-AAB5-64A9-DA5B-9B606145642D}"/>
          </ac:grpSpMkLst>
        </pc:grpChg>
        <pc:picChg chg="mod">
          <ac:chgData name="Jacob Forbes" userId="1318cf74-9cf5-41fe-9a7b-b2966cce8795" providerId="ADAL" clId="{9C669156-073E-4600-9FCF-FF813464E805}" dt="2026-05-23T13:22:22.529" v="11056" actId="1076"/>
          <ac:picMkLst>
            <pc:docMk/>
            <pc:sldMk cId="0" sldId="264"/>
            <ac:picMk id="5" creationId="{00000000-0000-0000-0000-000000000000}"/>
          </ac:picMkLst>
        </pc:picChg>
      </pc:sldChg>
      <pc:sldChg chg="modSp mod modCm">
        <pc:chgData name="Jacob Forbes" userId="1318cf74-9cf5-41fe-9a7b-b2966cce8795" providerId="ADAL" clId="{9C669156-073E-4600-9FCF-FF813464E805}" dt="2026-05-23T14:23:09.772" v="12134" actId="20577"/>
        <pc:sldMkLst>
          <pc:docMk/>
          <pc:sldMk cId="0" sldId="268"/>
        </pc:sldMkLst>
        <pc:spChg chg="mod">
          <ac:chgData name="Jacob Forbes" userId="1318cf74-9cf5-41fe-9a7b-b2966cce8795" providerId="ADAL" clId="{9C669156-073E-4600-9FCF-FF813464E805}" dt="2026-05-21T01:02:34.304" v="2929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1T01:01:58.144" v="2916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4:23:09.772" v="12134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4:06:23.142" v="11863" actId="20577"/>
          <ac:spMkLst>
            <pc:docMk/>
            <pc:sldMk cId="0" sldId="268"/>
            <ac:spMk id="9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acob Forbes" userId="1318cf74-9cf5-41fe-9a7b-b2966cce8795" providerId="ADAL" clId="{9C669156-073E-4600-9FCF-FF813464E805}" dt="2026-05-23T14:23:09.772" v="12134" actId="20577"/>
              <pc2:cmMkLst xmlns:pc2="http://schemas.microsoft.com/office/powerpoint/2019/9/main/command">
                <pc:docMk/>
                <pc:sldMk cId="0" sldId="268"/>
                <pc2:cmMk id="{F5D89A8F-73AA-440B-9C9A-940D43669330}"/>
              </pc2:cmMkLst>
            </pc226:cmChg>
            <pc226:cmChg xmlns:pc226="http://schemas.microsoft.com/office/powerpoint/2022/06/main/command" chg="mod">
              <pc226:chgData name="Jacob Forbes" userId="1318cf74-9cf5-41fe-9a7b-b2966cce8795" providerId="ADAL" clId="{9C669156-073E-4600-9FCF-FF813464E805}" dt="2026-05-23T14:06:23.142" v="11863" actId="20577"/>
              <pc2:cmMkLst xmlns:pc2="http://schemas.microsoft.com/office/powerpoint/2019/9/main/command">
                <pc:docMk/>
                <pc:sldMk cId="0" sldId="268"/>
                <pc2:cmMk id="{89FC3BC7-40A4-487B-99BA-41ECD471BD9E}"/>
              </pc2:cmMkLst>
            </pc226:cmChg>
          </p:ext>
        </pc:extLst>
      </pc:sldChg>
      <pc:sldChg chg="modSp mod">
        <pc:chgData name="Jacob Forbes" userId="1318cf74-9cf5-41fe-9a7b-b2966cce8795" providerId="ADAL" clId="{9C669156-073E-4600-9FCF-FF813464E805}" dt="2026-05-23T14:05:06.693" v="11854" actId="20577"/>
        <pc:sldMkLst>
          <pc:docMk/>
          <pc:sldMk cId="0" sldId="269"/>
        </pc:sldMkLst>
        <pc:spChg chg="mod">
          <ac:chgData name="Jacob Forbes" userId="1318cf74-9cf5-41fe-9a7b-b2966cce8795" providerId="ADAL" clId="{9C669156-073E-4600-9FCF-FF813464E805}" dt="2026-05-23T12:14:40.820" v="6542" actId="20577"/>
          <ac:spMkLst>
            <pc:docMk/>
            <pc:sldMk cId="0" sldId="269"/>
            <ac:spMk id="8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1T01:07:05.710" v="3007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3:51:31.677" v="11771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1:30:50.803" v="3288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4:05:06.693" v="11854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17:37.976" v="6824" actId="2057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Jacob Forbes" userId="1318cf74-9cf5-41fe-9a7b-b2966cce8795" providerId="ADAL" clId="{9C669156-073E-4600-9FCF-FF813464E805}" dt="2026-05-23T12:17:44.215" v="6826" actId="113"/>
          <ac:spMkLst>
            <pc:docMk/>
            <pc:sldMk cId="0" sldId="269"/>
            <ac:spMk id="20" creationId="{00000000-0000-0000-0000-000000000000}"/>
          </ac:spMkLst>
        </pc:spChg>
      </pc:sldChg>
      <pc:sldChg chg="modSp add mod ord">
        <pc:chgData name="Jacob Forbes" userId="1318cf74-9cf5-41fe-9a7b-b2966cce8795" providerId="ADAL" clId="{9C669156-073E-4600-9FCF-FF813464E805}" dt="2026-05-23T15:48:08.866" v="12572" actId="20577"/>
        <pc:sldMkLst>
          <pc:docMk/>
          <pc:sldMk cId="815023651" sldId="270"/>
        </pc:sldMkLst>
        <pc:spChg chg="mod">
          <ac:chgData name="Jacob Forbes" userId="1318cf74-9cf5-41fe-9a7b-b2966cce8795" providerId="ADAL" clId="{9C669156-073E-4600-9FCF-FF813464E805}" dt="2026-05-23T15:48:08.866" v="12572" actId="20577"/>
          <ac:spMkLst>
            <pc:docMk/>
            <pc:sldMk cId="815023651" sldId="270"/>
            <ac:spMk id="14" creationId="{0CA72FCA-28FF-71D7-7014-8A1DF4F75BA3}"/>
          </ac:spMkLst>
        </pc:spChg>
      </pc:sldChg>
      <pc:sldChg chg="del">
        <pc:chgData name="Jacob Forbes" userId="1318cf74-9cf5-41fe-9a7b-b2966cce8795" providerId="ADAL" clId="{9C669156-073E-4600-9FCF-FF813464E805}" dt="2026-05-23T11:26:48.729" v="3234" actId="47"/>
        <pc:sldMkLst>
          <pc:docMk/>
          <pc:sldMk cId="1771683399" sldId="271"/>
        </pc:sldMkLst>
      </pc:sldChg>
      <pc:sldChg chg="modSp new del mod">
        <pc:chgData name="Jacob Forbes" userId="1318cf74-9cf5-41fe-9a7b-b2966cce8795" providerId="ADAL" clId="{9C669156-073E-4600-9FCF-FF813464E805}" dt="2026-05-23T11:26:46.379" v="3233" actId="47"/>
        <pc:sldMkLst>
          <pc:docMk/>
          <pc:sldMk cId="808347598" sldId="272"/>
        </pc:sldMkLst>
        <pc:spChg chg="mod">
          <ac:chgData name="Jacob Forbes" userId="1318cf74-9cf5-41fe-9a7b-b2966cce8795" providerId="ADAL" clId="{9C669156-073E-4600-9FCF-FF813464E805}" dt="2026-05-23T11:26:25.760" v="3229" actId="20577"/>
          <ac:spMkLst>
            <pc:docMk/>
            <pc:sldMk cId="808347598" sldId="272"/>
            <ac:spMk id="2" creationId="{52107808-FF74-FA82-D4DA-DAED63880554}"/>
          </ac:spMkLst>
        </pc:spChg>
      </pc:sldChg>
      <pc:sldChg chg="addSp delSp modSp add mod ord modClrScheme chgLayout">
        <pc:chgData name="Jacob Forbes" userId="1318cf74-9cf5-41fe-9a7b-b2966cce8795" providerId="ADAL" clId="{9C669156-073E-4600-9FCF-FF813464E805}" dt="2026-05-23T11:33:25.674" v="3336" actId="114"/>
        <pc:sldMkLst>
          <pc:docMk/>
          <pc:sldMk cId="3440760407" sldId="273"/>
        </pc:sldMkLst>
        <pc:spChg chg="add del">
          <ac:chgData name="Jacob Forbes" userId="1318cf74-9cf5-41fe-9a7b-b2966cce8795" providerId="ADAL" clId="{9C669156-073E-4600-9FCF-FF813464E805}" dt="2026-05-23T11:27:02.333" v="3240" actId="478"/>
          <ac:spMkLst>
            <pc:docMk/>
            <pc:sldMk cId="3440760407" sldId="273"/>
            <ac:spMk id="2" creationId="{A7DD4C5E-FFFD-D592-F8D0-F8917ABB7DCD}"/>
          </ac:spMkLst>
        </pc:spChg>
        <pc:spChg chg="del mod">
          <ac:chgData name="Jacob Forbes" userId="1318cf74-9cf5-41fe-9a7b-b2966cce8795" providerId="ADAL" clId="{9C669156-073E-4600-9FCF-FF813464E805}" dt="2026-05-23T11:27:04.480" v="3241" actId="478"/>
          <ac:spMkLst>
            <pc:docMk/>
            <pc:sldMk cId="3440760407" sldId="273"/>
            <ac:spMk id="3" creationId="{642B2493-B168-A898-0B1A-A9D5D588F6FF}"/>
          </ac:spMkLst>
        </pc:spChg>
        <pc:spChg chg="del">
          <ac:chgData name="Jacob Forbes" userId="1318cf74-9cf5-41fe-9a7b-b2966cce8795" providerId="ADAL" clId="{9C669156-073E-4600-9FCF-FF813464E805}" dt="2026-05-23T11:26:59.320" v="3237" actId="478"/>
          <ac:spMkLst>
            <pc:docMk/>
            <pc:sldMk cId="3440760407" sldId="273"/>
            <ac:spMk id="4" creationId="{B5707503-B8FD-0F29-F35E-1BEC14397AC7}"/>
          </ac:spMkLst>
        </pc:spChg>
        <pc:spChg chg="del">
          <ac:chgData name="Jacob Forbes" userId="1318cf74-9cf5-41fe-9a7b-b2966cce8795" providerId="ADAL" clId="{9C669156-073E-4600-9FCF-FF813464E805}" dt="2026-05-23T11:27:06.280" v="3242" actId="478"/>
          <ac:spMkLst>
            <pc:docMk/>
            <pc:sldMk cId="3440760407" sldId="273"/>
            <ac:spMk id="6" creationId="{FB99B7E7-532D-6ECA-E89B-8F047EDA1B2F}"/>
          </ac:spMkLst>
        </pc:spChg>
        <pc:spChg chg="del">
          <ac:chgData name="Jacob Forbes" userId="1318cf74-9cf5-41fe-9a7b-b2966cce8795" providerId="ADAL" clId="{9C669156-073E-4600-9FCF-FF813464E805}" dt="2026-05-23T11:27:08.209" v="3243" actId="478"/>
          <ac:spMkLst>
            <pc:docMk/>
            <pc:sldMk cId="3440760407" sldId="273"/>
            <ac:spMk id="7" creationId="{278BCF43-944A-6910-9C9C-F32278F367FC}"/>
          </ac:spMkLst>
        </pc:spChg>
        <pc:spChg chg="del">
          <ac:chgData name="Jacob Forbes" userId="1318cf74-9cf5-41fe-9a7b-b2966cce8795" providerId="ADAL" clId="{9C669156-073E-4600-9FCF-FF813464E805}" dt="2026-05-23T11:27:09.608" v="3244" actId="478"/>
          <ac:spMkLst>
            <pc:docMk/>
            <pc:sldMk cId="3440760407" sldId="273"/>
            <ac:spMk id="10" creationId="{F39F80E9-ADDF-AAE7-6C3D-BA519C374252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15" creationId="{772A3A21-59AF-7EE3-365A-61E2B5742FAA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16" creationId="{1B5FD604-0AA3-389A-F487-40AC698D68EA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18" creationId="{6B00AE62-EAA5-E68F-7779-83BE231D31AB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21" creationId="{BACEDF81-2651-82F2-D8B1-4D776C8D44EA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32" creationId="{0C3F0FFC-3D1D-92CF-027B-72CC3E0D5805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35" creationId="{A482ED10-ECC7-FD55-6E1D-BE8EE69E6396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38" creationId="{3CEF1CDF-9C4A-E73F-4EB9-1A7A5A21831F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39" creationId="{DB90A91A-B7BB-F6F6-B5D9-2A856B287DB4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42" creationId="{AB62C3BC-911F-4984-B5FD-09EBD045C557}"/>
          </ac:spMkLst>
        </pc:spChg>
        <pc:spChg chg="del">
          <ac:chgData name="Jacob Forbes" userId="1318cf74-9cf5-41fe-9a7b-b2966cce8795" providerId="ADAL" clId="{9C669156-073E-4600-9FCF-FF813464E805}" dt="2026-05-23T11:27:12.848" v="3245" actId="478"/>
          <ac:spMkLst>
            <pc:docMk/>
            <pc:sldMk cId="3440760407" sldId="273"/>
            <ac:spMk id="43" creationId="{8A0D9EE2-5C72-ECB2-7582-A2835980CBD3}"/>
          </ac:spMkLst>
        </pc:spChg>
        <pc:spChg chg="add mod ord">
          <ac:chgData name="Jacob Forbes" userId="1318cf74-9cf5-41fe-9a7b-b2966cce8795" providerId="ADAL" clId="{9C669156-073E-4600-9FCF-FF813464E805}" dt="2026-05-23T11:33:25.674" v="3336" actId="114"/>
          <ac:spMkLst>
            <pc:docMk/>
            <pc:sldMk cId="3440760407" sldId="273"/>
            <ac:spMk id="49" creationId="{D37F16DA-3037-E1E4-8E5B-5360C5AABF6B}"/>
          </ac:spMkLst>
        </pc:spChg>
        <pc:spChg chg="add del mod ord">
          <ac:chgData name="Jacob Forbes" userId="1318cf74-9cf5-41fe-9a7b-b2966cce8795" providerId="ADAL" clId="{9C669156-073E-4600-9FCF-FF813464E805}" dt="2026-05-23T11:27:26.604" v="3259" actId="700"/>
          <ac:spMkLst>
            <pc:docMk/>
            <pc:sldMk cId="3440760407" sldId="273"/>
            <ac:spMk id="50" creationId="{724845A0-FC13-A1FD-7883-11609B1EEEEA}"/>
          </ac:spMkLst>
        </pc:spChg>
        <pc:spChg chg="add del mod ord">
          <ac:chgData name="Jacob Forbes" userId="1318cf74-9cf5-41fe-9a7b-b2966cce8795" providerId="ADAL" clId="{9C669156-073E-4600-9FCF-FF813464E805}" dt="2026-05-23T11:28:05.081" v="3261" actId="700"/>
          <ac:spMkLst>
            <pc:docMk/>
            <pc:sldMk cId="3440760407" sldId="273"/>
            <ac:spMk id="51" creationId="{7C0F0067-790D-96DB-382E-255F0C339E07}"/>
          </ac:spMkLst>
        </pc:spChg>
        <pc:spChg chg="add mod ord">
          <ac:chgData name="Jacob Forbes" userId="1318cf74-9cf5-41fe-9a7b-b2966cce8795" providerId="ADAL" clId="{9C669156-073E-4600-9FCF-FF813464E805}" dt="2026-05-23T11:28:05.081" v="3261" actId="700"/>
          <ac:spMkLst>
            <pc:docMk/>
            <pc:sldMk cId="3440760407" sldId="273"/>
            <ac:spMk id="52" creationId="{8328928C-8A0D-303B-C2BB-C651DE1E6740}"/>
          </ac:spMkLst>
        </pc:spChg>
        <pc:picChg chg="del">
          <ac:chgData name="Jacob Forbes" userId="1318cf74-9cf5-41fe-9a7b-b2966cce8795" providerId="ADAL" clId="{9C669156-073E-4600-9FCF-FF813464E805}" dt="2026-05-23T11:26:57.921" v="3236" actId="478"/>
          <ac:picMkLst>
            <pc:docMk/>
            <pc:sldMk cId="3440760407" sldId="273"/>
            <ac:picMk id="5" creationId="{95BCFAE2-C68E-2CCE-CDB1-F0CB7B6553B2}"/>
          </ac:picMkLst>
        </pc:picChg>
      </pc:sldChg>
      <pc:sldChg chg="addSp delSp modSp add mod ord modNotesTx">
        <pc:chgData name="Jacob Forbes" userId="1318cf74-9cf5-41fe-9a7b-b2966cce8795" providerId="ADAL" clId="{9C669156-073E-4600-9FCF-FF813464E805}" dt="2026-05-23T14:19:57.932" v="12125" actId="20577"/>
        <pc:sldMkLst>
          <pc:docMk/>
          <pc:sldMk cId="1771085545" sldId="274"/>
        </pc:sldMkLst>
        <pc:spChg chg="mod">
          <ac:chgData name="Jacob Forbes" userId="1318cf74-9cf5-41fe-9a7b-b2966cce8795" providerId="ADAL" clId="{9C669156-073E-4600-9FCF-FF813464E805}" dt="2026-05-23T12:57:22.606" v="9076" actId="6549"/>
          <ac:spMkLst>
            <pc:docMk/>
            <pc:sldMk cId="1771085545" sldId="274"/>
            <ac:spMk id="3" creationId="{F06BB23D-7487-22C7-EA09-B46852A0BA92}"/>
          </ac:spMkLst>
        </pc:spChg>
        <pc:spChg chg="add del mod">
          <ac:chgData name="Jacob Forbes" userId="1318cf74-9cf5-41fe-9a7b-b2966cce8795" providerId="ADAL" clId="{9C669156-073E-4600-9FCF-FF813464E805}" dt="2026-05-23T12:58:48.350" v="9111" actId="20577"/>
          <ac:spMkLst>
            <pc:docMk/>
            <pc:sldMk cId="1771085545" sldId="274"/>
            <ac:spMk id="4" creationId="{2CA8A888-ED8C-6249-BC3D-F0A233812037}"/>
          </ac:spMkLst>
        </pc:spChg>
        <pc:spChg chg="del">
          <ac:chgData name="Jacob Forbes" userId="1318cf74-9cf5-41fe-9a7b-b2966cce8795" providerId="ADAL" clId="{9C669156-073E-4600-9FCF-FF813464E805}" dt="2026-05-23T12:58:10.374" v="9089" actId="478"/>
          <ac:spMkLst>
            <pc:docMk/>
            <pc:sldMk cId="1771085545" sldId="274"/>
            <ac:spMk id="5" creationId="{EED557C9-D1F9-226C-4B00-A811A084809A}"/>
          </ac:spMkLst>
        </pc:spChg>
        <pc:spChg chg="mod">
          <ac:chgData name="Jacob Forbes" userId="1318cf74-9cf5-41fe-9a7b-b2966cce8795" providerId="ADAL" clId="{9C669156-073E-4600-9FCF-FF813464E805}" dt="2026-05-23T12:58:16.853" v="9090" actId="1076"/>
          <ac:spMkLst>
            <pc:docMk/>
            <pc:sldMk cId="1771085545" sldId="274"/>
            <ac:spMk id="15" creationId="{EA3315B4-773E-24CB-05A6-352DD079EDF6}"/>
          </ac:spMkLst>
        </pc:spChg>
        <pc:spChg chg="mod">
          <ac:chgData name="Jacob Forbes" userId="1318cf74-9cf5-41fe-9a7b-b2966cce8795" providerId="ADAL" clId="{9C669156-073E-4600-9FCF-FF813464E805}" dt="2026-05-23T13:00:02.734" v="9179" actId="20577"/>
          <ac:spMkLst>
            <pc:docMk/>
            <pc:sldMk cId="1771085545" sldId="274"/>
            <ac:spMk id="16" creationId="{2E91C5A1-50F4-91A9-14A4-44459112A764}"/>
          </ac:spMkLst>
        </pc:spChg>
        <pc:spChg chg="mod">
          <ac:chgData name="Jacob Forbes" userId="1318cf74-9cf5-41fe-9a7b-b2966cce8795" providerId="ADAL" clId="{9C669156-073E-4600-9FCF-FF813464E805}" dt="2026-05-23T13:26:28.796" v="11134" actId="113"/>
          <ac:spMkLst>
            <pc:docMk/>
            <pc:sldMk cId="1771085545" sldId="274"/>
            <ac:spMk id="17" creationId="{79E993C1-E6D0-BC87-0E40-F32BD27E340E}"/>
          </ac:spMkLst>
        </pc:spChg>
        <pc:spChg chg="add mod">
          <ac:chgData name="Jacob Forbes" userId="1318cf74-9cf5-41fe-9a7b-b2966cce8795" providerId="ADAL" clId="{9C669156-073E-4600-9FCF-FF813464E805}" dt="2026-05-23T12:58:26.964" v="9092" actId="1076"/>
          <ac:spMkLst>
            <pc:docMk/>
            <pc:sldMk cId="1771085545" sldId="274"/>
            <ac:spMk id="21" creationId="{7B8F5A23-C0B7-B805-1DF9-04BCEB5C956A}"/>
          </ac:spMkLst>
        </pc:spChg>
        <pc:spChg chg="add mod">
          <ac:chgData name="Jacob Forbes" userId="1318cf74-9cf5-41fe-9a7b-b2966cce8795" providerId="ADAL" clId="{9C669156-073E-4600-9FCF-FF813464E805}" dt="2026-05-23T13:10:23.247" v="10011" actId="20577"/>
          <ac:spMkLst>
            <pc:docMk/>
            <pc:sldMk cId="1771085545" sldId="274"/>
            <ac:spMk id="22" creationId="{6332696C-3158-0C3C-A8F9-2B9A2A472F2C}"/>
          </ac:spMkLst>
        </pc:spChg>
        <pc:spChg chg="add mod">
          <ac:chgData name="Jacob Forbes" userId="1318cf74-9cf5-41fe-9a7b-b2966cce8795" providerId="ADAL" clId="{9C669156-073E-4600-9FCF-FF813464E805}" dt="2026-05-23T13:39:05.692" v="11657" actId="20577"/>
          <ac:spMkLst>
            <pc:docMk/>
            <pc:sldMk cId="1771085545" sldId="274"/>
            <ac:spMk id="23" creationId="{FE0068D8-A209-A509-DC2B-BB75BF4F83F9}"/>
          </ac:spMkLst>
        </pc:spChg>
        <pc:spChg chg="add mod">
          <ac:chgData name="Jacob Forbes" userId="1318cf74-9cf5-41fe-9a7b-b2966cce8795" providerId="ADAL" clId="{9C669156-073E-4600-9FCF-FF813464E805}" dt="2026-05-23T12:58:27.949" v="9093"/>
          <ac:spMkLst>
            <pc:docMk/>
            <pc:sldMk cId="1771085545" sldId="274"/>
            <ac:spMk id="24" creationId="{25BDD4C8-6031-A971-CE45-590517768467}"/>
          </ac:spMkLst>
        </pc:spChg>
        <pc:spChg chg="add mod">
          <ac:chgData name="Jacob Forbes" userId="1318cf74-9cf5-41fe-9a7b-b2966cce8795" providerId="ADAL" clId="{9C669156-073E-4600-9FCF-FF813464E805}" dt="2026-05-23T13:17:25.785" v="10695" actId="403"/>
          <ac:spMkLst>
            <pc:docMk/>
            <pc:sldMk cId="1771085545" sldId="274"/>
            <ac:spMk id="25" creationId="{52AFCAEF-A001-0098-8CDB-946BC3B505D2}"/>
          </ac:spMkLst>
        </pc:spChg>
        <pc:spChg chg="add mod">
          <ac:chgData name="Jacob Forbes" userId="1318cf74-9cf5-41fe-9a7b-b2966cce8795" providerId="ADAL" clId="{9C669156-073E-4600-9FCF-FF813464E805}" dt="2026-05-23T14:19:57.932" v="12125" actId="20577"/>
          <ac:spMkLst>
            <pc:docMk/>
            <pc:sldMk cId="1771085545" sldId="274"/>
            <ac:spMk id="26" creationId="{642160DC-6B83-14F9-52B7-17341FAB4F1D}"/>
          </ac:spMkLst>
        </pc:spChg>
        <pc:grpChg chg="del">
          <ac:chgData name="Jacob Forbes" userId="1318cf74-9cf5-41fe-9a7b-b2966cce8795" providerId="ADAL" clId="{9C669156-073E-4600-9FCF-FF813464E805}" dt="2026-05-23T12:53:30.107" v="9064" actId="478"/>
          <ac:grpSpMkLst>
            <pc:docMk/>
            <pc:sldMk cId="1771085545" sldId="274"/>
            <ac:grpSpMk id="18" creationId="{65D6601D-BDEF-172D-5476-E96F822FDAB1}"/>
          </ac:grpSpMkLst>
        </pc:grpChg>
        <pc:grpChg chg="del">
          <ac:chgData name="Jacob Forbes" userId="1318cf74-9cf5-41fe-9a7b-b2966cce8795" providerId="ADAL" clId="{9C669156-073E-4600-9FCF-FF813464E805}" dt="2026-05-23T12:53:30.107" v="9064" actId="478"/>
          <ac:grpSpMkLst>
            <pc:docMk/>
            <pc:sldMk cId="1771085545" sldId="274"/>
            <ac:grpSpMk id="19" creationId="{DFCC4B7C-355A-415B-8CFA-D35FEA578944}"/>
          </ac:grpSpMkLst>
        </pc:grpChg>
        <pc:grpChg chg="del">
          <ac:chgData name="Jacob Forbes" userId="1318cf74-9cf5-41fe-9a7b-b2966cce8795" providerId="ADAL" clId="{9C669156-073E-4600-9FCF-FF813464E805}" dt="2026-05-23T12:53:30.107" v="9064" actId="478"/>
          <ac:grpSpMkLst>
            <pc:docMk/>
            <pc:sldMk cId="1771085545" sldId="274"/>
            <ac:grpSpMk id="20" creationId="{B1887AB4-2580-985E-F5FB-D95B1F1D77A9}"/>
          </ac:grpSpMkLst>
        </pc:grpChg>
      </pc:sldChg>
      <pc:sldChg chg="del">
        <pc:chgData name="Jacob Forbes" userId="1318cf74-9cf5-41fe-9a7b-b2966cce8795" providerId="ADAL" clId="{9C669156-073E-4600-9FCF-FF813464E805}" dt="2026-05-23T14:03:30.466" v="11785" actId="47"/>
        <pc:sldMkLst>
          <pc:docMk/>
          <pc:sldMk cId="3946139593" sldId="275"/>
        </pc:sldMkLst>
      </pc:sldChg>
    </pc:docChg>
  </pc:docChgLst>
  <pc:docChgLst>
    <pc:chgData name="Titilayo Oyefi" userId="S::25gs52@queensu.ca::74bf9f8f-3489-4144-b0a8-c0398e3e1df8" providerId="AD" clId="Web-{FB780AAE-94EA-FDC7-3D12-B78E77AB2399}"/>
    <pc:docChg chg="modSld">
      <pc:chgData name="Titilayo Oyefi" userId="S::25gs52@queensu.ca::74bf9f8f-3489-4144-b0a8-c0398e3e1df8" providerId="AD" clId="Web-{FB780AAE-94EA-FDC7-3D12-B78E77AB2399}" dt="2026-05-23T14:56:38.547" v="34" actId="1076"/>
      <pc:docMkLst>
        <pc:docMk/>
      </pc:docMkLst>
      <pc:sldChg chg="modSp">
        <pc:chgData name="Titilayo Oyefi" userId="S::25gs52@queensu.ca::74bf9f8f-3489-4144-b0a8-c0398e3e1df8" providerId="AD" clId="Web-{FB780AAE-94EA-FDC7-3D12-B78E77AB2399}" dt="2026-05-23T14:56:38.547" v="34" actId="1076"/>
        <pc:sldMkLst>
          <pc:docMk/>
          <pc:sldMk cId="0" sldId="269"/>
        </pc:sldMkLst>
        <pc:spChg chg="mod">
          <ac:chgData name="Titilayo Oyefi" userId="S::25gs52@queensu.ca::74bf9f8f-3489-4144-b0a8-c0398e3e1df8" providerId="AD" clId="Web-{FB780AAE-94EA-FDC7-3D12-B78E77AB2399}" dt="2026-05-23T14:56:38.547" v="34" actId="1076"/>
          <ac:spMkLst>
            <pc:docMk/>
            <pc:sldMk cId="0" sldId="269"/>
            <ac:spMk id="12" creationId="{00000000-0000-0000-0000-000000000000}"/>
          </ac:spMkLst>
        </pc:spChg>
      </pc:sldChg>
    </pc:docChg>
  </pc:docChgLst>
  <pc:docChgLst>
    <pc:chgData name="Angad Chhabra" userId="S::25qb60@queensu.ca::ad203259-a22e-437f-86cf-7d7b1221698b" providerId="AD" clId="Web-{E9952464-7EEA-547D-FB61-0D66750B64BE}"/>
    <pc:docChg chg="modSld">
      <pc:chgData name="Angad Chhabra" userId="S::25qb60@queensu.ca::ad203259-a22e-437f-86cf-7d7b1221698b" providerId="AD" clId="Web-{E9952464-7EEA-547D-FB61-0D66750B64BE}" dt="2026-05-20T20:24:11.288" v="5" actId="20577"/>
      <pc:docMkLst>
        <pc:docMk/>
      </pc:docMkLst>
      <pc:sldChg chg="modSp">
        <pc:chgData name="Angad Chhabra" userId="S::25qb60@queensu.ca::ad203259-a22e-437f-86cf-7d7b1221698b" providerId="AD" clId="Web-{E9952464-7EEA-547D-FB61-0D66750B64BE}" dt="2026-05-20T20:24:11.288" v="5" actId="20577"/>
        <pc:sldMkLst>
          <pc:docMk/>
          <pc:sldMk cId="0" sldId="257"/>
        </pc:sldMkLst>
        <pc:spChg chg="mod">
          <ac:chgData name="Angad Chhabra" userId="S::25qb60@queensu.ca::ad203259-a22e-437f-86cf-7d7b1221698b" providerId="AD" clId="Web-{E9952464-7EEA-547D-FB61-0D66750B64BE}" dt="2026-05-20T20:24:02.444" v="0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gad Chhabra" userId="S::25qb60@queensu.ca::ad203259-a22e-437f-86cf-7d7b1221698b" providerId="AD" clId="Web-{E9952464-7EEA-547D-FB61-0D66750B64BE}" dt="2026-05-20T20:24:11.288" v="5" actId="20577"/>
          <ac:spMkLst>
            <pc:docMk/>
            <pc:sldMk cId="0" sldId="25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F559F-64ED-44FE-9EA3-BFAED9E2349F}" type="datetimeFigureOut">
              <a:rPr lang="en-CA" smtClean="0"/>
              <a:t>2026-05-23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BE117-12A0-4965-825E-947E3B8B7E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2018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https://www.statista.com/chart/19807/california-wildfire-emergency-fund-expenditure/</a:t>
            </a:r>
          </a:p>
          <a:p>
            <a:endParaRPr lang="en-CA"/>
          </a:p>
          <a:p>
            <a:r>
              <a:rPr lang="en-CA"/>
              <a:t>https://oregoncapitalchronicle.com/briefs/oregon-house-passes-bill-to-tax-oral-nicotine-products-direct-funds-to-wildfire-mitigation/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E117-12A0-4965-825E-947E3B8B7EB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3337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59C3-01D1-069E-048A-5F75CB96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9E7E5-3173-8311-B945-5F138009C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EB41B-AED4-98F5-89A6-DB79F3812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https://www.weather.gov/mhx/ensowhat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3A58F-FBDD-FABA-24CC-264E25FCF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E117-12A0-4965-825E-947E3B8B7EB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2243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Wildfire Data taken from this table: https://34c031f8-c9fd-4018-8c5a-4159cdff6b0d-cdn-endpoint.azureedge.net/-/media/calfire-website/our-impact/fire-statistics/top-20-destructive-ca-wildfires.pdf?rev=737a1073f76947b4a3bfb960b19f44c7&amp;hash=7CA02D30D9BF46A32D5D98BD108BA26A</a:t>
            </a:r>
          </a:p>
          <a:p>
            <a:endParaRPr lang="en-US"/>
          </a:p>
          <a:p>
            <a:r>
              <a:rPr lang="en-US"/>
              <a:t>Accessed from: Cal Fire https://www.fire.ca.gov/our-impact/statistics</a:t>
            </a:r>
          </a:p>
          <a:p>
            <a:endParaRPr lang="en-US"/>
          </a:p>
          <a:p>
            <a:r>
              <a:rPr lang="en-US"/>
              <a:t>Destructiveness was calculated using total cost including damage to property, damage to forests, and loss of life.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E117-12A0-4965-825E-947E3B8B7EBD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313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https://www.fire.ca.gov/our-impact/statistics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E117-12A0-4965-825E-947E3B8B7EB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2348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E117-12A0-4965-825E-947E3B8B7EBD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399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E9783-53B1-C279-EE1E-E0720AED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4EDF2-D0A9-42AA-AB3A-D97A3A163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4F8A1-58BA-0A6B-E8A6-CC78931A5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A3CEC-BFC1-5974-E287-59359F983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E117-12A0-4965-825E-947E3B8B7EBD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5416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Poisson Regression taken from the textbook.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E117-12A0-4965-825E-947E3B8B7EBD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901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California Wildfire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080"/>
                </a:solidFill>
              </a:rPr>
              <a:t>Predictive Analysis &amp; Forecast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25400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880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MMA 867 Predictive Modelling  |  Queen's University Smith School of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Team Harbour  |  May 17,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06240"/>
            <a:ext cx="2560320" cy="91440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189,550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Fire Records (1992–2015)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206240"/>
            <a:ext cx="2560320" cy="91440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Counties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2560320" cy="91440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>
                <a:solidFill>
                  <a:srgbClr val="FFFFFF"/>
                </a:solidFill>
              </a:rPr>
              <a:t>Gradient Boosting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59" y="4663440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Best Model (</a:t>
            </a:r>
            <a:r>
              <a:rPr lang="en-US" sz="1100">
                <a:solidFill>
                  <a:srgbClr val="FFAAAA"/>
                </a:solidFill>
              </a:rPr>
              <a:t>MAE = 0.418</a:t>
            </a:r>
            <a:r>
              <a:rPr sz="1100" b="0" i="0">
                <a:solidFill>
                  <a:srgbClr val="FFAAAA"/>
                </a:solidFill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4206240"/>
            <a:ext cx="2560320" cy="91440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2016–2026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Forecast Horizon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52728"/>
            <a:ext cx="51206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500" b="1" i="1">
                <a:solidFill>
                  <a:srgbClr val="333333"/>
                </a:solidFill>
              </a:rPr>
              <a:t>Problem Statement</a:t>
            </a:r>
            <a:r>
              <a:rPr lang="en-US" sz="1500" b="1" i="1">
                <a:solidFill>
                  <a:srgbClr val="333333"/>
                </a:solidFill>
              </a:rPr>
              <a:t> </a:t>
            </a:r>
            <a:r>
              <a:rPr sz="1500" b="1" i="1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11" name="TextBox 10"/>
          <p:cNvSpPr txBox="1"/>
          <p:nvPr/>
        </p:nvSpPr>
        <p:spPr>
          <a:xfrm>
            <a:off x="502920" y="3273552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49424"/>
            <a:ext cx="512064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500" b="1" i="1">
                <a:solidFill>
                  <a:srgbClr val="333333"/>
                </a:solidFill>
              </a:rPr>
              <a:t>Background</a:t>
            </a:r>
            <a:endParaRPr sz="1500" b="1" i="1">
              <a:solidFill>
                <a:srgbClr val="33333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14" name="TextBox 13"/>
          <p:cNvSpPr txBox="1"/>
          <p:nvPr/>
        </p:nvSpPr>
        <p:spPr>
          <a:xfrm>
            <a:off x="502920" y="4279392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73552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1">
                <a:solidFill>
                  <a:srgbClr val="333333"/>
                </a:solidFill>
              </a:rPr>
              <a:t>Dataset and Seasonal Patterns (1992–2015) </a:t>
            </a:r>
            <a:endParaRPr sz="1500" b="1" i="1">
              <a:solidFill>
                <a:srgbClr val="33333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17" name="TextBox 16"/>
          <p:cNvSpPr txBox="1"/>
          <p:nvPr/>
        </p:nvSpPr>
        <p:spPr>
          <a:xfrm>
            <a:off x="6446520" y="1261872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" y="4279392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500" b="1" i="1">
                <a:solidFill>
                  <a:srgbClr val="333333"/>
                </a:solidFill>
              </a:rPr>
              <a:t>Forecast 2016–2026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20" name="TextBox 19"/>
          <p:cNvSpPr txBox="1"/>
          <p:nvPr/>
        </p:nvSpPr>
        <p:spPr>
          <a:xfrm>
            <a:off x="6446520" y="2267712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252728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1">
                <a:solidFill>
                  <a:srgbClr val="333333"/>
                </a:solidFill>
              </a:rPr>
              <a:t>County Risk Ranking</a:t>
            </a:r>
            <a:endParaRPr sz="1500" b="1" i="1">
              <a:solidFill>
                <a:srgbClr val="33333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3198728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23" name="TextBox 22"/>
          <p:cNvSpPr txBox="1"/>
          <p:nvPr/>
        </p:nvSpPr>
        <p:spPr>
          <a:xfrm>
            <a:off x="6446520" y="3271880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258568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1">
                <a:solidFill>
                  <a:srgbClr val="333333"/>
                </a:solidFill>
              </a:rPr>
              <a:t>Model Demonstration</a:t>
            </a:r>
            <a:endParaRPr sz="1500" b="1" i="1">
              <a:solidFill>
                <a:srgbClr val="333333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49440" y="3258164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1">
                <a:solidFill>
                  <a:srgbClr val="333333"/>
                </a:solidFill>
              </a:rPr>
              <a:t>Key Insights and Recommendations</a:t>
            </a:r>
            <a:endParaRPr sz="1500" b="1" i="1">
              <a:solidFill>
                <a:srgbClr val="333333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DF7AA-7898-B967-42BC-8F5EE939A961}"/>
              </a:ext>
            </a:extLst>
          </p:cNvPr>
          <p:cNvSpPr/>
          <p:nvPr/>
        </p:nvSpPr>
        <p:spPr>
          <a:xfrm>
            <a:off x="6400800" y="4201668"/>
            <a:ext cx="50292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i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B2F518-6BF6-CFD8-5E9D-4E7F1ED29BC4}"/>
              </a:ext>
            </a:extLst>
          </p:cNvPr>
          <p:cNvSpPr txBox="1"/>
          <p:nvPr/>
        </p:nvSpPr>
        <p:spPr>
          <a:xfrm>
            <a:off x="6446520" y="4274820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</a:rPr>
              <a:t>0</a:t>
            </a:r>
            <a:r>
              <a:rPr lang="en-US" sz="1400" b="1" i="1">
                <a:solidFill>
                  <a:srgbClr val="FFFFFF"/>
                </a:solidFill>
              </a:rPr>
              <a:t>8</a:t>
            </a:r>
            <a:endParaRPr sz="1400" b="1" i="1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874C53-0A35-6089-4423-FA2C92AF3446}"/>
              </a:ext>
            </a:extLst>
          </p:cNvPr>
          <p:cNvSpPr txBox="1"/>
          <p:nvPr/>
        </p:nvSpPr>
        <p:spPr>
          <a:xfrm>
            <a:off x="6949440" y="4261104"/>
            <a:ext cx="5120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333333"/>
                </a:solidFill>
              </a:rPr>
              <a:t>Limitations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CC"/>
                </a:solidFill>
              </a:rPr>
              <a:t>Why county-level forecasting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2762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rgbClr val="333333"/>
                </a:solidFill>
              </a:rPr>
              <a:t>Emergency response must be planned without knowing where the worst fires will be.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33333"/>
                </a:solidFill>
              </a:rPr>
              <a:t>The US Forest Service (USFS), National Park Service (NPS), and local government agencies face increasing budgetary pressures, as costs have ballooned in recent years.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33333"/>
                </a:solidFill>
              </a:rPr>
              <a:t>California alone spends roughly $850,000,000 annually, not accounting for damage and loss.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33333"/>
                </a:solidFill>
                <a:ea typeface="Calibri"/>
                <a:cs typeface="Calibri"/>
              </a:rPr>
              <a:t>Wildfires depend on geography, and counties capture both geographical and policy considerations.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333333"/>
                </a:solidFill>
                <a:ea typeface="Calibri"/>
                <a:cs typeface="Calibri"/>
              </a:rPr>
              <a:t>For this study, we have limited our analysis to the State of California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333333"/>
                </a:solidFill>
                <a:ea typeface="Calibri"/>
                <a:cs typeface="Calibri"/>
              </a:rPr>
              <a:t>Carrying forward statistics such as 'total acres burned' does not tell the whole financial story, so we ask: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D27DAD-A39C-7FB9-0041-964F2CA206DD}"/>
              </a:ext>
            </a:extLst>
          </p:cNvPr>
          <p:cNvGrpSpPr/>
          <p:nvPr/>
        </p:nvGrpSpPr>
        <p:grpSpPr>
          <a:xfrm>
            <a:off x="2299652" y="4535740"/>
            <a:ext cx="7589520" cy="548640"/>
            <a:chOff x="457200" y="3761627"/>
            <a:chExt cx="7589520" cy="548640"/>
          </a:xfrm>
        </p:grpSpPr>
        <p:sp>
          <p:nvSpPr>
            <p:cNvPr id="6" name="Rectangle 5"/>
            <p:cNvSpPr/>
            <p:nvPr/>
          </p:nvSpPr>
          <p:spPr>
            <a:xfrm>
              <a:off x="457200" y="3761627"/>
              <a:ext cx="548640" cy="54864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3853067"/>
              <a:ext cx="548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>
                  <a:solidFill>
                    <a:srgbClr val="FFFFFF"/>
                  </a:solidFill>
                </a:rPr>
                <a:t>?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88720" y="3834779"/>
              <a:ext cx="6858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333333"/>
                  </a:solidFill>
                </a:rPr>
                <a:t>Which counties will have the most severe fires next season?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A9348E-3172-309F-AC04-EC960ABD60D8}"/>
              </a:ext>
            </a:extLst>
          </p:cNvPr>
          <p:cNvGrpSpPr/>
          <p:nvPr/>
        </p:nvGrpSpPr>
        <p:grpSpPr>
          <a:xfrm>
            <a:off x="2299652" y="5781902"/>
            <a:ext cx="7589520" cy="548640"/>
            <a:chOff x="457200" y="4526280"/>
            <a:chExt cx="7589520" cy="548640"/>
          </a:xfrm>
        </p:grpSpPr>
        <p:sp>
          <p:nvSpPr>
            <p:cNvPr id="9" name="Rectangle 8"/>
            <p:cNvSpPr/>
            <p:nvPr/>
          </p:nvSpPr>
          <p:spPr>
            <a:xfrm>
              <a:off x="457200" y="4526280"/>
              <a:ext cx="548640" cy="548640"/>
            </a:xfrm>
            <a:prstGeom prst="rect">
              <a:avLst/>
            </a:prstGeom>
            <a:solidFill>
              <a:srgbClr val="B7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200" y="4617720"/>
              <a:ext cx="548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>
                  <a:solidFill>
                    <a:srgbClr val="FFFFFF"/>
                  </a:solidFill>
                </a:rPr>
                <a:t>$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8720" y="4599432"/>
              <a:ext cx="6858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333333"/>
                  </a:solidFill>
                </a:rPr>
                <a:t>How should limited budgets be allocated across 59 counties?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700E9-5F4D-949F-B080-A37EE8DC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F1B6F2-64C8-5682-E19D-6D333EC2AF3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BB23D-7487-22C7-EA09-B46852A0BA92}"/>
              </a:ext>
            </a:extLst>
          </p:cNvPr>
          <p:cNvSpPr txBox="1"/>
          <p:nvPr/>
        </p:nvSpPr>
        <p:spPr>
          <a:xfrm>
            <a:off x="274320" y="10972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>
                <a:solidFill>
                  <a:srgbClr val="FFFFFF"/>
                </a:solidFill>
              </a:rPr>
              <a:t>Background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8A888-ED8C-6249-BC3D-F0A233812037}"/>
              </a:ext>
            </a:extLst>
          </p:cNvPr>
          <p:cNvSpPr txBox="1"/>
          <p:nvPr/>
        </p:nvSpPr>
        <p:spPr>
          <a:xfrm>
            <a:off x="274320" y="594360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>
                <a:solidFill>
                  <a:srgbClr val="FFCCCC"/>
                </a:solidFill>
              </a:rPr>
              <a:t>Emergency response is only one element</a:t>
            </a:r>
            <a:endParaRPr sz="1200" b="0" i="0">
              <a:solidFill>
                <a:srgbClr val="FFCCCC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3315B4-773E-24CB-05A6-352DD079EDF6}"/>
              </a:ext>
            </a:extLst>
          </p:cNvPr>
          <p:cNvSpPr/>
          <p:nvPr/>
        </p:nvSpPr>
        <p:spPr>
          <a:xfrm>
            <a:off x="274320" y="1115568"/>
            <a:ext cx="3474720" cy="5303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1C5A1-50F4-91A9-14A4-44459112A764}"/>
              </a:ext>
            </a:extLst>
          </p:cNvPr>
          <p:cNvSpPr txBox="1"/>
          <p:nvPr/>
        </p:nvSpPr>
        <p:spPr>
          <a:xfrm>
            <a:off x="365760" y="1207008"/>
            <a:ext cx="329184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i="0">
                <a:solidFill>
                  <a:srgbClr val="B71C1C"/>
                </a:solidFill>
                <a:ea typeface="Calibri"/>
                <a:cs typeface="Calibri"/>
              </a:rPr>
              <a:t>Characteristics of Wildfires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E993C1-E6D0-BC87-0E40-F32BD27E340E}"/>
              </a:ext>
            </a:extLst>
          </p:cNvPr>
          <p:cNvSpPr txBox="1"/>
          <p:nvPr/>
        </p:nvSpPr>
        <p:spPr>
          <a:xfrm>
            <a:off x="365760" y="1618488"/>
            <a:ext cx="32918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333333"/>
                </a:solidFill>
              </a:rPr>
              <a:t>Spread speed and heat increase with available fuel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333333"/>
                </a:solidFill>
              </a:rPr>
              <a:t>Hot and dry conditions increase fuel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333333"/>
                </a:solidFill>
              </a:rPr>
              <a:t>Exponentially more expensive to fight as they grow larger and hotter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33333"/>
                </a:solidFill>
              </a:rPr>
              <a:t>Severe fires are defined as greater than 300 acres in size (1.21km</a:t>
            </a:r>
            <a:r>
              <a:rPr lang="en-US" baseline="30000">
                <a:solidFill>
                  <a:srgbClr val="333333"/>
                </a:solidFill>
              </a:rPr>
              <a:t>2</a:t>
            </a:r>
            <a:r>
              <a:rPr lang="en-US">
                <a:solidFill>
                  <a:srgbClr val="333333"/>
                </a:solidFill>
              </a:rPr>
              <a:t>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333333"/>
                </a:solidFill>
              </a:rPr>
              <a:t>Severe fires are fast and unpredictable with large perimeters to defend</a:t>
            </a:r>
            <a:endParaRPr lang="en-US" b="1" i="0">
              <a:solidFill>
                <a:srgbClr val="333333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F5A23-C0B7-B805-1DF9-04BCEB5C956A}"/>
              </a:ext>
            </a:extLst>
          </p:cNvPr>
          <p:cNvSpPr/>
          <p:nvPr/>
        </p:nvSpPr>
        <p:spPr>
          <a:xfrm>
            <a:off x="4289272" y="1115568"/>
            <a:ext cx="3474720" cy="5303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32696C-3158-0C3C-A8F9-2B9A2A472F2C}"/>
              </a:ext>
            </a:extLst>
          </p:cNvPr>
          <p:cNvSpPr txBox="1"/>
          <p:nvPr/>
        </p:nvSpPr>
        <p:spPr>
          <a:xfrm>
            <a:off x="4380712" y="1207008"/>
            <a:ext cx="329184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i="0">
                <a:solidFill>
                  <a:srgbClr val="B71C1C"/>
                </a:solidFill>
                <a:ea typeface="Calibri"/>
                <a:cs typeface="Calibri"/>
              </a:rPr>
              <a:t>Tactics and Response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0068D8-A209-A509-DC2B-BB75BF4F83F9}"/>
              </a:ext>
            </a:extLst>
          </p:cNvPr>
          <p:cNvSpPr txBox="1"/>
          <p:nvPr/>
        </p:nvSpPr>
        <p:spPr>
          <a:xfrm>
            <a:off x="4380712" y="1618488"/>
            <a:ext cx="32918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333333"/>
                </a:solidFill>
              </a:rPr>
              <a:t>Prevention: fuel reduction, firebreaks, protective structures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>
                <a:solidFill>
                  <a:srgbClr val="333333"/>
                </a:solidFill>
              </a:rPr>
              <a:t>Detection: lookout towers, satellite, ground sensors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CA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>
                <a:solidFill>
                  <a:srgbClr val="333333"/>
                </a:solidFill>
              </a:rPr>
              <a:t>Mitigation: Control lines &amp; burn lines, (done by hand) airborne fire retardant/water drops (very expensive)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CA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CA" b="1">
                <a:solidFill>
                  <a:srgbClr val="333333"/>
                </a:solidFill>
              </a:rPr>
              <a:t>Long lead times are required to negotiate contracts, stock warehouses, build structures, and hire employees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BDD4C8-6031-A971-CE45-590517768467}"/>
              </a:ext>
            </a:extLst>
          </p:cNvPr>
          <p:cNvSpPr/>
          <p:nvPr/>
        </p:nvSpPr>
        <p:spPr>
          <a:xfrm>
            <a:off x="8304224" y="1115568"/>
            <a:ext cx="3474720" cy="5303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AFCAEF-A001-0098-8CDB-946BC3B505D2}"/>
              </a:ext>
            </a:extLst>
          </p:cNvPr>
          <p:cNvSpPr txBox="1"/>
          <p:nvPr/>
        </p:nvSpPr>
        <p:spPr>
          <a:xfrm>
            <a:off x="8306982" y="1049354"/>
            <a:ext cx="4030855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i="0">
                <a:solidFill>
                  <a:srgbClr val="B71C1C"/>
                </a:solidFill>
              </a:rPr>
              <a:t>El Niño Southern Oscillation</a:t>
            </a:r>
            <a:r>
              <a:rPr lang="en-US" sz="2000" b="1">
                <a:solidFill>
                  <a:srgbClr val="B71C1C"/>
                </a:solidFill>
              </a:rPr>
              <a:t> </a:t>
            </a:r>
          </a:p>
          <a:p>
            <a:r>
              <a:rPr lang="en-US" sz="2000" b="1">
                <a:solidFill>
                  <a:srgbClr val="B71C1C"/>
                </a:solidFill>
              </a:rPr>
              <a:t>(ENSO)</a:t>
            </a:r>
            <a:endParaRPr lang="en-US" sz="2000" b="1" i="0">
              <a:solidFill>
                <a:srgbClr val="B71C1C"/>
              </a:solidFill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2160DC-6B83-14F9-52B7-17341FAB4F1D}"/>
              </a:ext>
            </a:extLst>
          </p:cNvPr>
          <p:cNvSpPr txBox="1"/>
          <p:nvPr/>
        </p:nvSpPr>
        <p:spPr>
          <a:xfrm>
            <a:off x="8395664" y="1618488"/>
            <a:ext cx="3291840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333333"/>
                </a:solidFill>
              </a:rPr>
              <a:t>ENSO is a</a:t>
            </a:r>
            <a:r>
              <a:rPr lang="en-US">
                <a:solidFill>
                  <a:srgbClr val="333333"/>
                </a:solidFill>
              </a:rPr>
              <a:t> </a:t>
            </a:r>
            <a:r>
              <a:rPr lang="en-US" b="0" i="0">
                <a:solidFill>
                  <a:srgbClr val="333333"/>
                </a:solidFill>
              </a:rPr>
              <a:t>monthly measure of Pacific Ocean surface temps to determine the strength of</a:t>
            </a:r>
            <a:r>
              <a:rPr lang="en-US">
                <a:solidFill>
                  <a:srgbClr val="333333"/>
                </a:solidFill>
              </a:rPr>
              <a:t> </a:t>
            </a:r>
            <a:r>
              <a:rPr lang="en-US" b="0" i="0">
                <a:solidFill>
                  <a:srgbClr val="333333"/>
                </a:solidFill>
              </a:rPr>
              <a:t>El Niño or La Niña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333333"/>
                </a:solidFill>
              </a:rPr>
              <a:t>El Niñ</a:t>
            </a:r>
            <a:r>
              <a:rPr lang="en-US">
                <a:solidFill>
                  <a:srgbClr val="333333"/>
                </a:solidFill>
              </a:rPr>
              <a:t>o means warm and wet weather, La Niña means cold and dry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>
              <a:solidFill>
                <a:srgbClr val="333333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333333"/>
                </a:solidFill>
              </a:rPr>
              <a:t>These conditions affect fuel loading and likelihood of wildfire ignition</a:t>
            </a:r>
            <a:endParaRPr b="1" i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08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</a:t>
            </a:r>
            <a:r>
              <a:rPr lang="en-US" sz="2400" b="1" i="0">
                <a:solidFill>
                  <a:srgbClr val="FFFFFF"/>
                </a:solidFill>
              </a:rPr>
              <a:t> (1992–2015)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CC"/>
                </a:solidFill>
              </a:rPr>
              <a:t>US Forest Service FPA-FOD | California 1992–2015</a:t>
            </a:r>
          </a:p>
        </p:txBody>
      </p:sp>
      <p:pic>
        <p:nvPicPr>
          <p:cNvPr id="5" name="Picture 4" descr="trend_an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" y="1248088"/>
            <a:ext cx="7274737" cy="264118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A786439-399A-9E82-FF89-14691620272F}"/>
              </a:ext>
            </a:extLst>
          </p:cNvPr>
          <p:cNvGrpSpPr/>
          <p:nvPr/>
        </p:nvGrpSpPr>
        <p:grpSpPr>
          <a:xfrm>
            <a:off x="274320" y="4158478"/>
            <a:ext cx="3294235" cy="1005840"/>
            <a:chOff x="79868" y="4664692"/>
            <a:chExt cx="3139641" cy="1005840"/>
          </a:xfrm>
        </p:grpSpPr>
        <p:sp>
          <p:nvSpPr>
            <p:cNvPr id="6" name="Rectangle 5"/>
            <p:cNvSpPr/>
            <p:nvPr/>
          </p:nvSpPr>
          <p:spPr>
            <a:xfrm>
              <a:off x="79868" y="4664692"/>
              <a:ext cx="3139641" cy="1005840"/>
            </a:xfrm>
            <a:prstGeom prst="rect">
              <a:avLst/>
            </a:prstGeom>
            <a:solidFill>
              <a:srgbClr val="FFEB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17029" y="4737844"/>
              <a:ext cx="29158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1" i="0">
                  <a:solidFill>
                    <a:srgbClr val="B71C1C"/>
                  </a:solidFill>
                </a:rPr>
                <a:t>189,550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7029" y="5195044"/>
              <a:ext cx="29158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33333"/>
                  </a:solidFill>
                </a:rPr>
                <a:t>Fire Records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BCC324-4F85-2ACF-4674-105C27F2054C}"/>
              </a:ext>
            </a:extLst>
          </p:cNvPr>
          <p:cNvGrpSpPr/>
          <p:nvPr/>
        </p:nvGrpSpPr>
        <p:grpSpPr>
          <a:xfrm>
            <a:off x="3712470" y="4158478"/>
            <a:ext cx="3294235" cy="1005840"/>
            <a:chOff x="195470" y="5756962"/>
            <a:chExt cx="3139641" cy="1005840"/>
          </a:xfrm>
        </p:grpSpPr>
        <p:sp>
          <p:nvSpPr>
            <p:cNvPr id="9" name="Rectangle 8"/>
            <p:cNvSpPr/>
            <p:nvPr/>
          </p:nvSpPr>
          <p:spPr>
            <a:xfrm>
              <a:off x="195470" y="5756962"/>
              <a:ext cx="3139641" cy="1005840"/>
            </a:xfrm>
            <a:prstGeom prst="rect">
              <a:avLst/>
            </a:prstGeom>
            <a:solidFill>
              <a:srgbClr val="FFEB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2631" y="5830114"/>
              <a:ext cx="29158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1" i="0">
                  <a:solidFill>
                    <a:srgbClr val="B71C1C"/>
                  </a:solidFill>
                </a:rPr>
                <a:t>2,881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2631" y="6287314"/>
              <a:ext cx="29158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33333"/>
                  </a:solidFill>
                </a:rPr>
                <a:t>Panel Rows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807E88-4012-18DC-9D5C-8C97EB528BA5}"/>
              </a:ext>
            </a:extLst>
          </p:cNvPr>
          <p:cNvGrpSpPr/>
          <p:nvPr/>
        </p:nvGrpSpPr>
        <p:grpSpPr>
          <a:xfrm>
            <a:off x="3712469" y="5601296"/>
            <a:ext cx="3294235" cy="1005840"/>
            <a:chOff x="8952349" y="5758021"/>
            <a:chExt cx="3139641" cy="1005840"/>
          </a:xfrm>
        </p:grpSpPr>
        <p:sp>
          <p:nvSpPr>
            <p:cNvPr id="12" name="Rectangle 11"/>
            <p:cNvSpPr/>
            <p:nvPr/>
          </p:nvSpPr>
          <p:spPr>
            <a:xfrm>
              <a:off x="8952349" y="5758021"/>
              <a:ext cx="3139641" cy="1005840"/>
            </a:xfrm>
            <a:prstGeom prst="rect">
              <a:avLst/>
            </a:prstGeom>
            <a:solidFill>
              <a:srgbClr val="FFEB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089510" y="5831173"/>
              <a:ext cx="29158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1" i="0">
                  <a:solidFill>
                    <a:srgbClr val="B71C1C"/>
                  </a:solidFill>
                </a:rPr>
                <a:t>59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089510" y="6288374"/>
              <a:ext cx="29158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33333"/>
                  </a:solidFill>
                </a:rPr>
                <a:t>Counties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0754AB-A727-6AF1-BDAE-4C2E60BAE8CF}"/>
              </a:ext>
            </a:extLst>
          </p:cNvPr>
          <p:cNvGrpSpPr/>
          <p:nvPr/>
        </p:nvGrpSpPr>
        <p:grpSpPr>
          <a:xfrm>
            <a:off x="274319" y="5601296"/>
            <a:ext cx="3294235" cy="1005840"/>
            <a:chOff x="4299354" y="5751854"/>
            <a:chExt cx="3139641" cy="1005840"/>
          </a:xfrm>
        </p:grpSpPr>
        <p:sp>
          <p:nvSpPr>
            <p:cNvPr id="15" name="Rectangle 14"/>
            <p:cNvSpPr/>
            <p:nvPr/>
          </p:nvSpPr>
          <p:spPr>
            <a:xfrm>
              <a:off x="4299354" y="5751854"/>
              <a:ext cx="3139641" cy="1005840"/>
            </a:xfrm>
            <a:prstGeom prst="rect">
              <a:avLst/>
            </a:prstGeom>
            <a:solidFill>
              <a:srgbClr val="FFEB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36515" y="5825006"/>
              <a:ext cx="291589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1" i="0">
                  <a:solidFill>
                    <a:srgbClr val="B71C1C"/>
                  </a:solidFill>
                </a:rPr>
                <a:t>2000s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36515" y="6282206"/>
              <a:ext cx="29158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33333"/>
                  </a:solidFill>
                </a:rPr>
                <a:t>Decade </a:t>
              </a:r>
              <a:r>
                <a:rPr lang="en-US" sz="1100" b="0" i="0">
                  <a:solidFill>
                    <a:srgbClr val="333333"/>
                  </a:solidFill>
                </a:rPr>
                <a:t>of Peak Frequency </a:t>
              </a:r>
              <a:r>
                <a:rPr sz="1100" b="0" i="0">
                  <a:solidFill>
                    <a:srgbClr val="333333"/>
                  </a:solidFill>
                </a:rPr>
                <a:t>(2.3% severe rate)</a:t>
              </a:r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B2829E5-18FD-4D88-852E-808A7B8ED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755105"/>
              </p:ext>
            </p:extLst>
          </p:nvPr>
        </p:nvGraphicFramePr>
        <p:xfrm>
          <a:off x="7361583" y="1426466"/>
          <a:ext cx="4737655" cy="4811288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75648">
                  <a:extLst>
                    <a:ext uri="{9D8B030D-6E8A-4147-A177-3AD203B41FA5}">
                      <a16:colId xmlns:a16="http://schemas.microsoft.com/office/drawing/2014/main" val="3985833753"/>
                    </a:ext>
                  </a:extLst>
                </a:gridCol>
                <a:gridCol w="1120511">
                  <a:extLst>
                    <a:ext uri="{9D8B030D-6E8A-4147-A177-3AD203B41FA5}">
                      <a16:colId xmlns:a16="http://schemas.microsoft.com/office/drawing/2014/main" val="1915807302"/>
                    </a:ext>
                  </a:extLst>
                </a:gridCol>
                <a:gridCol w="1552350">
                  <a:extLst>
                    <a:ext uri="{9D8B030D-6E8A-4147-A177-3AD203B41FA5}">
                      <a16:colId xmlns:a16="http://schemas.microsoft.com/office/drawing/2014/main" val="2677431905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2628597892"/>
                    </a:ext>
                  </a:extLst>
                </a:gridCol>
                <a:gridCol w="782561">
                  <a:extLst>
                    <a:ext uri="{9D8B030D-6E8A-4147-A177-3AD203B41FA5}">
                      <a16:colId xmlns:a16="http://schemas.microsoft.com/office/drawing/2014/main" val="3615110323"/>
                    </a:ext>
                  </a:extLst>
                </a:gridCol>
              </a:tblGrid>
              <a:tr h="323539">
                <a:tc>
                  <a:txBody>
                    <a:bodyPr/>
                    <a:lstStyle/>
                    <a:p>
                      <a:endParaRPr lang="en-CA" sz="1600" i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/>
                        <a:t>DATE</a:t>
                      </a:r>
                      <a:endParaRPr lang="en-CA" sz="1600" i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/>
                        <a:t>COUNTY</a:t>
                      </a:r>
                      <a:endParaRPr lang="en-CA" sz="1600" i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/>
                        <a:t>ACRES</a:t>
                      </a:r>
                      <a:endParaRPr lang="en-CA" sz="1600" i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/>
                        <a:t>DEAD</a:t>
                      </a:r>
                      <a:endParaRPr lang="en-CA" sz="1600" i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572542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CA" sz="14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Nov 2018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Butte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153,336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85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0686135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CA" sz="14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Jan 2025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Los Angeles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14,021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08300323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CA" sz="14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Jan 2025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Los Angeles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23,707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12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29870618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CA" sz="14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Oct 2017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Napa &amp; Sonoma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36,807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22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9110023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5</a:t>
                      </a:r>
                      <a:endParaRPr lang="en-CA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Oct 1991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Alameda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1,600</a:t>
                      </a:r>
                      <a:endParaRPr lang="en-CA" sz="1600" i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25</a:t>
                      </a:r>
                      <a:endParaRPr lang="en-CA" sz="1600" i="1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76261084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6</a:t>
                      </a:r>
                      <a:endParaRPr lang="en-CA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Oct 2003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San Diego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273,246</a:t>
                      </a:r>
                      <a:endParaRPr lang="en-CA" sz="1600" i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15</a:t>
                      </a:r>
                      <a:endParaRPr lang="en-CA" sz="1600" i="1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48867823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2060"/>
                          </a:solidFill>
                        </a:rPr>
                        <a:t>7</a:t>
                      </a:r>
                      <a:endParaRPr lang="en-CA" sz="14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Aug 2020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Butte, Plumas, &amp; Yuba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318,935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15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16455976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8</a:t>
                      </a:r>
                      <a:endParaRPr lang="en-CA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Sep 2015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Lake, Napa &amp; Sonoma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76,067</a:t>
                      </a:r>
                      <a:endParaRPr lang="en-CA" sz="1600" i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4</a:t>
                      </a:r>
                      <a:endParaRPr lang="en-CA" sz="1600" i="1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7601633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9</a:t>
                      </a:r>
                      <a:endParaRPr lang="en-CA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Oct 2007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San Diego</a:t>
                      </a:r>
                      <a:endParaRPr lang="en-CA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197,990</a:t>
                      </a:r>
                      <a:endParaRPr lang="en-CA" sz="1600" i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2</a:t>
                      </a:r>
                      <a:endParaRPr lang="en-CA" sz="1600" i="1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35849600"/>
                  </a:ext>
                </a:extLst>
              </a:tr>
              <a:tr h="414721"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en-CA" sz="14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Nov 2018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Ventura</a:t>
                      </a:r>
                      <a:endParaRPr lang="en-CA" sz="16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96,949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CA" sz="1600" b="1" i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57012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FBE656E-3D89-DA32-9845-E42808266B54}"/>
              </a:ext>
            </a:extLst>
          </p:cNvPr>
          <p:cNvSpPr txBox="1"/>
          <p:nvPr/>
        </p:nvSpPr>
        <p:spPr>
          <a:xfrm>
            <a:off x="7361583" y="1057132"/>
            <a:ext cx="4737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/>
              <a:t>Most Destructive California Wildfires Since 1932</a:t>
            </a:r>
            <a:endParaRPr b="1" i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641933-D430-2A8E-CBCE-86A1A543CA0F}"/>
              </a:ext>
            </a:extLst>
          </p:cNvPr>
          <p:cNvGrpSpPr/>
          <p:nvPr/>
        </p:nvGrpSpPr>
        <p:grpSpPr>
          <a:xfrm>
            <a:off x="7361584" y="6355264"/>
            <a:ext cx="4827242" cy="430888"/>
            <a:chOff x="8952349" y="5758021"/>
            <a:chExt cx="3199010" cy="10058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627FF3F-E5F2-756A-C1E5-29D8325F3784}"/>
                </a:ext>
              </a:extLst>
            </p:cNvPr>
            <p:cNvSpPr/>
            <p:nvPr/>
          </p:nvSpPr>
          <p:spPr>
            <a:xfrm>
              <a:off x="8952349" y="5758021"/>
              <a:ext cx="3139641" cy="1005840"/>
            </a:xfrm>
            <a:prstGeom prst="rect">
              <a:avLst/>
            </a:prstGeom>
            <a:solidFill>
              <a:srgbClr val="FFEB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112366-AD16-B1A1-C901-0D69F489C44B}"/>
                </a:ext>
              </a:extLst>
            </p:cNvPr>
            <p:cNvSpPr txBox="1"/>
            <p:nvPr/>
          </p:nvSpPr>
          <p:spPr>
            <a:xfrm>
              <a:off x="9235462" y="5793944"/>
              <a:ext cx="2915897" cy="9339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i="0">
                  <a:solidFill>
                    <a:srgbClr val="B71C1C"/>
                  </a:solidFill>
                </a:rPr>
                <a:t>6 of 10 Occurred within Past 10 Years</a:t>
              </a:r>
              <a:endParaRPr sz="2000" b="1" i="0">
                <a:solidFill>
                  <a:srgbClr val="B71C1C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</a:rPr>
              <a:t>Seasonal</a:t>
            </a:r>
            <a:r>
              <a:rPr sz="2400" b="1" i="0">
                <a:solidFill>
                  <a:srgbClr val="FFFFFF"/>
                </a:solidFill>
              </a:rPr>
              <a:t> Patterns (1992–2015)</a:t>
            </a:r>
          </a:p>
        </p:txBody>
      </p:sp>
      <p:pic>
        <p:nvPicPr>
          <p:cNvPr id="4" name="Picture 3" descr="trend_decade_sea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563581"/>
            <a:ext cx="5760720" cy="3310433"/>
          </a:xfrm>
          <a:prstGeom prst="rect">
            <a:avLst/>
          </a:prstGeom>
        </p:spPr>
      </p:pic>
      <p:pic>
        <p:nvPicPr>
          <p:cNvPr id="5" name="Picture 4" descr="trend_season_l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786" y="1945465"/>
            <a:ext cx="5669280" cy="2546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7972" y="5108589"/>
            <a:ext cx="11612880" cy="1323439"/>
          </a:xfrm>
          <a:prstGeom prst="rect">
            <a:avLst/>
          </a:prstGeom>
          <a:solidFill>
            <a:srgbClr val="FFF3E0"/>
          </a:solidFill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US" sz="2000" b="1">
              <a:solidFill>
                <a:srgbClr val="333333"/>
              </a:solidFill>
            </a:endParaRPr>
          </a:p>
          <a:p>
            <a:pPr algn="ctr"/>
            <a:r>
              <a:rPr lang="en-US" sz="2000" b="1">
                <a:solidFill>
                  <a:srgbClr val="333333"/>
                </a:solidFill>
              </a:rPr>
              <a:t>Insight: </a:t>
            </a:r>
            <a:r>
              <a:rPr lang="en-US" sz="2000">
                <a:solidFill>
                  <a:srgbClr val="333333"/>
                </a:solidFill>
              </a:rPr>
              <a:t>Over the period of study, summer</a:t>
            </a:r>
            <a:r>
              <a:rPr lang="en-US" sz="2000" b="0" i="0">
                <a:solidFill>
                  <a:srgbClr val="333333"/>
                </a:solidFill>
              </a:rPr>
              <a:t> </a:t>
            </a:r>
            <a:r>
              <a:rPr lang="en-US" sz="2000">
                <a:solidFill>
                  <a:srgbClr val="333333"/>
                </a:solidFill>
              </a:rPr>
              <a:t>months saw the majority of severe fires (&gt;60%), but spring and fall still contained significant risk. Trends indicate an increasing concentration towards summer fires over time.</a:t>
            </a:r>
            <a:endParaRPr lang="en-US" sz="2000">
              <a:solidFill>
                <a:srgbClr val="333333"/>
              </a:solidFill>
              <a:ea typeface="Calibri"/>
              <a:cs typeface="Calibri"/>
            </a:endParaRPr>
          </a:p>
          <a:p>
            <a:pPr algn="ctr"/>
            <a:endParaRPr lang="en-US" sz="2000">
              <a:solidFill>
                <a:srgbClr val="333333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Forecast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CC"/>
                </a:solidFill>
              </a:rPr>
              <a:t>Rolling forecast anchored to NOAA ENSO conditions</a:t>
            </a:r>
          </a:p>
        </p:txBody>
      </p:sp>
      <p:pic>
        <p:nvPicPr>
          <p:cNvPr id="5" name="Picture 4" descr="forecas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38480"/>
            <a:ext cx="8046720" cy="33125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97280"/>
            <a:ext cx="3474720" cy="5394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118872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B71C1C"/>
                </a:solidFill>
              </a:rPr>
              <a:t>ENSO-Driven 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45920"/>
            <a:ext cx="82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B71C1C"/>
                </a:solidFill>
              </a:rP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645920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65C00"/>
                </a:solidFill>
              </a:rPr>
              <a:t>112 fires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9339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La Niña after 2015 El Niño — fuel dries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06040"/>
            <a:ext cx="82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B71C1C"/>
                </a:solidFill>
              </a:rPr>
              <a:t>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06040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65C00"/>
                </a:solidFill>
              </a:rPr>
              <a:t>78 fires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53512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Weak La Niña — below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566160"/>
            <a:ext cx="82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B71C1C"/>
                </a:solidFill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566160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65C00"/>
                </a:solidFill>
              </a:rPr>
              <a:t>118 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1363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Moderate La Niña — elevated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526280"/>
            <a:ext cx="82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B71C1C"/>
                </a:solidFill>
              </a:rPr>
              <a:t>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526280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65C00"/>
                </a:solidFill>
              </a:rPr>
              <a:t>77 fires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7375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Strong La Niña — suppressed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486400"/>
            <a:ext cx="82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B71C1C"/>
                </a:solidFill>
              </a:rPr>
              <a:t>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5486400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65C00"/>
                </a:solidFill>
              </a:rPr>
              <a:t>101 fires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83387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El Niño rebound — vegetation growth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17A60A1-AAB5-64A9-DA5B-9B606145642D}"/>
              </a:ext>
            </a:extLst>
          </p:cNvPr>
          <p:cNvGrpSpPr/>
          <p:nvPr/>
        </p:nvGrpSpPr>
        <p:grpSpPr>
          <a:xfrm>
            <a:off x="972733" y="5671064"/>
            <a:ext cx="6436741" cy="430888"/>
            <a:chOff x="8952349" y="5758021"/>
            <a:chExt cx="3139641" cy="100584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A230500-9981-E941-5F2F-9CE14FE1397F}"/>
                </a:ext>
              </a:extLst>
            </p:cNvPr>
            <p:cNvSpPr/>
            <p:nvPr/>
          </p:nvSpPr>
          <p:spPr>
            <a:xfrm>
              <a:off x="8952349" y="5758021"/>
              <a:ext cx="3139641" cy="1005840"/>
            </a:xfrm>
            <a:prstGeom prst="rect">
              <a:avLst/>
            </a:prstGeom>
            <a:solidFill>
              <a:srgbClr val="FFEB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05FC27-95A1-869C-F6EA-F20E8E501400}"/>
                </a:ext>
              </a:extLst>
            </p:cNvPr>
            <p:cNvSpPr txBox="1"/>
            <p:nvPr/>
          </p:nvSpPr>
          <p:spPr>
            <a:xfrm>
              <a:off x="9093905" y="5901711"/>
              <a:ext cx="2915897" cy="718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0">
                  <a:solidFill>
                    <a:srgbClr val="B71C1C"/>
                  </a:solidFill>
                </a:rPr>
                <a:t>Prediction ends at 2026 because of reliance on published ENSO data</a:t>
              </a:r>
              <a:endParaRPr sz="1400" b="1" i="0">
                <a:solidFill>
                  <a:srgbClr val="B71C1C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County Risk Ranking (2016–2026)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CC"/>
                </a:solidFill>
              </a:rPr>
              <a:t>Average predicted severe fires per season</a:t>
            </a:r>
          </a:p>
        </p:txBody>
      </p:sp>
      <p:pic>
        <p:nvPicPr>
          <p:cNvPr id="5" name="Picture 4" descr="county_risk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26464"/>
            <a:ext cx="6858000" cy="4783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23760" y="1097280"/>
            <a:ext cx="4663440" cy="5577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Top 10 Counties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645920"/>
            <a:ext cx="384048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168249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6824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Riverside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6824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71C1C"/>
                </a:solidFill>
              </a:rPr>
              <a:t>3.19/season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121408"/>
            <a:ext cx="384048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21579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1579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Siskiyou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1579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71C1C"/>
                </a:solidFill>
              </a:rPr>
              <a:t>1.11/season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596896"/>
            <a:ext cx="384048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26334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6334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Placer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71C1C"/>
                </a:solidFill>
              </a:rPr>
              <a:t>0.99/season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072384"/>
            <a:ext cx="384048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31089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1089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Mendocino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10896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71C1C"/>
                </a:solidFill>
              </a:rPr>
              <a:t>0.93/season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547872"/>
            <a:ext cx="384048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358444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58444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Lassen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5844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71C1C"/>
                </a:solidFill>
              </a:rPr>
              <a:t>0.90/season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4023360"/>
            <a:ext cx="384048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9480" y="405993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05993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Shasta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405993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C00"/>
                </a:solidFill>
              </a:rPr>
              <a:t>0.85/season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4498848"/>
            <a:ext cx="384048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69480" y="453542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5354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Merced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53542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C00"/>
                </a:solidFill>
              </a:rPr>
              <a:t>0.79/season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4974336"/>
            <a:ext cx="384048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69480" y="501091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50109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Trinity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501091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C00"/>
                </a:solidFill>
              </a:rPr>
              <a:t>0.74/season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5449824"/>
            <a:ext cx="384048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69480" y="54864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54864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Tulare  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548640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C00"/>
                </a:solidFill>
              </a:rPr>
              <a:t>0.73/season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5925312"/>
            <a:ext cx="384048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694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59618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Los Angeles  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59618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C00"/>
                </a:solidFill>
              </a:rPr>
              <a:t>0.73/season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6400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D32"/>
                </a:solidFill>
              </a:rPr>
              <a:t>✓ = also flagged by Sherry's RF classifier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577840" cy="23774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64592" cy="23774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131169"/>
            <a:ext cx="5212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solidFill>
                  <a:srgbClr val="B71C1C"/>
                </a:solidFill>
              </a:rPr>
              <a:t>Most Important Features</a:t>
            </a:r>
            <a:endParaRPr lang="en-US" b="1" i="0">
              <a:solidFill>
                <a:srgbClr val="B71C1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2" y="1492453"/>
            <a:ext cx="528886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CCCCCC"/>
                </a:solidFill>
                <a:ea typeface="Calibri"/>
                <a:cs typeface="Calibri"/>
              </a:rPr>
              <a:t>Lag and Rolling Variables (that capture data from previous 1-3 years) were the strongest predictors of severe wildfires, followed by total wildfires by county.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CCCCCC"/>
                </a:solidFill>
                <a:ea typeface="Calibri"/>
                <a:cs typeface="Calibri"/>
              </a:rPr>
              <a:t>This indicates that severe wildfire activity is highly autocorrelated over the short term.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Calibri"/>
                <a:cs typeface="Calibri"/>
              </a:rPr>
              <a:t>Since conditions will likely persist between years, over-preparation is less risky for heavily affected counties.</a:t>
            </a:r>
            <a:endParaRPr lang="en-US" sz="1600" b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577840" cy="23774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051560"/>
            <a:ext cx="164592" cy="2377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131169"/>
            <a:ext cx="5212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b="1" i="0">
                <a:solidFill>
                  <a:srgbClr val="1565C0"/>
                </a:solidFill>
              </a:rPr>
              <a:t>Inclusion of Data on El </a:t>
            </a:r>
            <a:r>
              <a:rPr lang="en-US" b="1">
                <a:solidFill>
                  <a:srgbClr val="1565C0"/>
                </a:solidFill>
              </a:rPr>
              <a:t>Ni</a:t>
            </a:r>
            <a:r>
              <a:rPr lang="en-US" b="1">
                <a:solidFill>
                  <a:srgbClr val="1565C0"/>
                </a:solidFill>
                <a:ea typeface="+mn-lt"/>
                <a:cs typeface="+mn-lt"/>
              </a:rPr>
              <a:t>ñ</a:t>
            </a:r>
            <a:r>
              <a:rPr lang="en-US" b="1">
                <a:solidFill>
                  <a:srgbClr val="1565C0"/>
                </a:solidFill>
              </a:rPr>
              <a:t>o</a:t>
            </a:r>
            <a:endParaRPr lang="en-US" b="1" i="0">
              <a:solidFill>
                <a:srgbClr val="1565C0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7962" y="1394739"/>
            <a:ext cx="5212080" cy="2185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CCCCCC"/>
                </a:solidFill>
                <a:ea typeface="+mn-lt"/>
                <a:cs typeface="+mn-lt"/>
              </a:rPr>
              <a:t>To mitigate our limited time series, we included data on the ENSO which is published monthly.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0" i="0">
                <a:solidFill>
                  <a:srgbClr val="CCCCCC"/>
                </a:solidFill>
                <a:ea typeface="+mn-lt"/>
                <a:cs typeface="+mn-lt"/>
              </a:rPr>
              <a:t>This strengthens the model by adding a proxy variable for weather that does not depend on USFS</a:t>
            </a:r>
            <a:r>
              <a:rPr lang="en-US" sz="1600">
                <a:solidFill>
                  <a:srgbClr val="CCCCCC"/>
                </a:solidFill>
                <a:ea typeface="+mn-lt"/>
                <a:cs typeface="+mn-lt"/>
              </a:rPr>
              <a:t>*</a:t>
            </a:r>
            <a:r>
              <a:rPr lang="en-US" sz="1600" b="0" i="0">
                <a:solidFill>
                  <a:srgbClr val="CCCCCC"/>
                </a:solidFill>
                <a:ea typeface="+mn-lt"/>
                <a:cs typeface="+mn-lt"/>
              </a:rPr>
              <a:t> data.</a:t>
            </a:r>
          </a:p>
          <a:p>
            <a:pPr marL="285750" indent="-285750">
              <a:buFont typeface="Arial"/>
              <a:buChar char="•"/>
            </a:pPr>
            <a:r>
              <a:rPr lang="en-US" sz="1600" b="0" i="0">
                <a:solidFill>
                  <a:srgbClr val="CCCCCC"/>
                </a:solidFill>
                <a:ea typeface="+mn-lt"/>
                <a:cs typeface="+mn-lt"/>
              </a:rPr>
              <a:t>ENSO data contributes ~15% of explanatory power.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+mn-lt"/>
                <a:cs typeface="+mn-lt"/>
              </a:rPr>
              <a:t>This helps, but an urgent need still exists for current data on wildfires to keep the model robust and useful.</a:t>
            </a:r>
            <a:endParaRPr lang="en-US" sz="1200" b="1">
              <a:solidFill>
                <a:srgbClr val="CCCCCC"/>
              </a:solidFill>
              <a:ea typeface="Calibri"/>
              <a:cs typeface="Calibri"/>
            </a:endParaRPr>
          </a:p>
          <a:p>
            <a:endParaRPr lang="en-US" sz="800">
              <a:solidFill>
                <a:srgbClr val="CCCCCC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CCCCCC"/>
              </a:solidFill>
              <a:ea typeface="+mn-lt"/>
              <a:cs typeface="+mn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5577840" cy="23774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164592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840480"/>
            <a:ext cx="5212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solidFill>
                  <a:srgbClr val="2E7D32"/>
                </a:solidFill>
                <a:ea typeface="Calibri"/>
                <a:cs typeface="Calibri"/>
              </a:rPr>
              <a:t>Severity Trends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5013" y="4231420"/>
            <a:ext cx="5288860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At 2.3%, the 2000s saw highest percent of severe fires.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2010s show fewer but more extreme events, with the largest impacting 315,578 acres (1,277km</a:t>
            </a:r>
            <a:r>
              <a:rPr lang="en-US" sz="1600" baseline="3000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2</a:t>
            </a:r>
            <a:r>
              <a:rPr lang="en-US" sz="160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This trend continues based on USFS reports through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Recommend a whole-of-government investment in reducing these trends (construction and fuel reduction).</a:t>
            </a:r>
            <a:endParaRPr lang="en-US" sz="1200" b="1">
              <a:solidFill>
                <a:schemeClr val="bg1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577840" cy="23774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164592" cy="23774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3840480"/>
            <a:ext cx="5212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b="1" i="0">
                <a:solidFill>
                  <a:srgbClr val="E65C00"/>
                </a:solidFill>
              </a:rPr>
              <a:t>Counties At Critical Risk of Severe Wildfires</a:t>
            </a:r>
            <a:endParaRPr b="1" i="0">
              <a:solidFill>
                <a:srgbClr val="E65C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3952" y="4231420"/>
            <a:ext cx="537523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+mn-lt"/>
                <a:cs typeface="+mn-lt"/>
              </a:rPr>
              <a:t>Operational readiness and pre-season mitigation should be prioritized for the following counties: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+mn-lt"/>
                <a:cs typeface="+mn-lt"/>
              </a:rPr>
              <a:t>Riverside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+mn-lt"/>
                <a:cs typeface="+mn-lt"/>
              </a:rPr>
              <a:t>Siskiyou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+mn-lt"/>
                <a:cs typeface="+mn-lt"/>
              </a:rPr>
              <a:t>Placer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+mn-lt"/>
                <a:cs typeface="+mn-lt"/>
              </a:rPr>
              <a:t>Mendocino</a:t>
            </a: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solidFill>
                  <a:srgbClr val="CCCCCC"/>
                </a:solidFill>
                <a:ea typeface="+mn-lt"/>
                <a:cs typeface="+mn-lt"/>
              </a:rPr>
              <a:t>Lassen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MMA 867 Predictive Modelling  |  Team Harbour  |  Queen's University  |  May 17, 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451751-61E8-2387-94BA-6C0386C177E9}"/>
              </a:ext>
            </a:extLst>
          </p:cNvPr>
          <p:cNvSpPr txBox="1"/>
          <p:nvPr/>
        </p:nvSpPr>
        <p:spPr>
          <a:xfrm>
            <a:off x="8628695" y="6075174"/>
            <a:ext cx="319336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400" b="1" i="0" u="none" strike="noStrike" baseline="0">
                <a:solidFill>
                  <a:srgbClr val="CCCCCC"/>
                </a:solidFill>
                <a:latin typeface="Calibri"/>
                <a:ea typeface="Segoe UI"/>
                <a:cs typeface="Segoe UI"/>
              </a:rPr>
              <a:t>*USFS</a:t>
            </a:r>
            <a:r>
              <a:rPr lang="en-US" sz="1400" b="0" i="0" u="none" strike="noStrike" baseline="0">
                <a:solidFill>
                  <a:srgbClr val="CCCCCC"/>
                </a:solidFill>
                <a:latin typeface="Calibri"/>
                <a:ea typeface="Segoe UI"/>
                <a:cs typeface="Segoe UI"/>
              </a:rPr>
              <a:t> - United States Forest Service.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Limitation </a:t>
            </a:r>
            <a:r>
              <a:rPr sz="2400" b="1" i="0">
                <a:solidFill>
                  <a:srgbClr val="FFFFFF"/>
                </a:solidFill>
              </a:rPr>
              <a:t>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2804"/>
            <a:ext cx="5212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solidFill>
                  <a:srgbClr val="E65C00"/>
                </a:solidFill>
                <a:ea typeface="Calibri"/>
                <a:cs typeface="Calibri"/>
              </a:rPr>
              <a:t>Model Limitations</a:t>
            </a:r>
            <a:endParaRPr lang="en-US" b="1" i="0">
              <a:solidFill>
                <a:srgbClr val="E65C00"/>
              </a:solidFill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1225" y="1458197"/>
            <a:ext cx="5212080" cy="50167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The model does not include drought indicators, *PDSI, *NDVI or detailed local weather conditions.</a:t>
            </a:r>
            <a:endParaRPr lang="en-US"/>
          </a:p>
          <a:p>
            <a:endParaRPr lang="en-US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Estimates for 2016–2026 were based on historical averages and may not reflect current trends.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Geographic approximations of county locations may reduce spatial accuracy.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ENSO conditions for 2026 were assumed to be neutral, which may differ from actual climate patterns.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The model does not predict whether a wildfire will occur.</a:t>
            </a:r>
            <a:endParaRPr lang="en-US">
              <a:ea typeface="+mn-lt"/>
              <a:cs typeface="+mn-lt"/>
            </a:endParaRPr>
          </a:p>
          <a:p>
            <a:endParaRPr lang="en-US" sz="1400">
              <a:solidFill>
                <a:srgbClr val="333333"/>
              </a:solidFill>
              <a:ea typeface="+mn-lt"/>
              <a:cs typeface="+mn-lt"/>
            </a:endParaRPr>
          </a:p>
          <a:p>
            <a:r>
              <a:rPr lang="en-CA" sz="1600">
                <a:solidFill>
                  <a:srgbClr val="333333"/>
                </a:solidFill>
                <a:ea typeface="+mn-lt"/>
                <a:cs typeface="+mn-lt"/>
              </a:rPr>
              <a:t>*PDSI (Palmer Drought Severity Index)</a:t>
            </a:r>
            <a:endParaRPr lang="en-CA" sz="1600">
              <a:ea typeface="Calibri"/>
              <a:cs typeface="Calibri"/>
            </a:endParaRPr>
          </a:p>
          <a:p>
            <a:r>
              <a:rPr lang="en-CA" sz="1600">
                <a:solidFill>
                  <a:srgbClr val="333333"/>
                </a:solidFill>
                <a:ea typeface="+mn-lt"/>
                <a:cs typeface="+mn-lt"/>
              </a:rPr>
              <a:t>*NDVI (Normalized Difference Vegetation Index)</a:t>
            </a:r>
            <a:endParaRPr lang="en-CA" sz="1600"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4864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092804"/>
            <a:ext cx="53035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 i="0">
                <a:solidFill>
                  <a:srgbClr val="2E7D32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4825" y="1412972"/>
            <a:ext cx="5418233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Add PDSI as a monthly covariate to capture more environmental factors and strengthen the model.</a:t>
            </a:r>
            <a:endParaRPr lang="en-US">
              <a:solidFill>
                <a:srgbClr val="333333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Retrain the model using post-2015 wildfire data to improve accuracy under changing climate conditions.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Incorporating prediction intervals into model outputs using methods such as bootstrap sampling or quantile regression would provide confidence ranges around predictions and improve uncertainty assessment for decision-making.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333333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333333"/>
                </a:solidFill>
                <a:ea typeface="+mn-lt"/>
                <a:cs typeface="+mn-lt"/>
              </a:rPr>
              <a:t>Developing and deploying an interactive web-based wildfire map and integrating the model with real-time live emergency response data would create a more comprehensive end-to-end wildfire risk management system.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63C8C-572C-5F8D-289F-C20CE61A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DD4C5E-FFFD-D592-F8D0-F8917ABB7DC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010F1-4569-BB85-3BED-601FA8163EF5}"/>
              </a:ext>
            </a:extLst>
          </p:cNvPr>
          <p:cNvSpPr txBox="1"/>
          <p:nvPr/>
        </p:nvSpPr>
        <p:spPr>
          <a:xfrm>
            <a:off x="93809" y="147078"/>
            <a:ext cx="1209643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</a:rPr>
              <a:t>THANKS FOR WATCHING</a:t>
            </a:r>
            <a:endParaRPr lang="en-US" sz="4000" b="1" i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12" name="Picture 11" descr="Alaska Smoke Jumper Jake Murie high-fives B.C. parattack firefighter Jacqueline Cowley.">
            <a:extLst>
              <a:ext uri="{FF2B5EF4-FFF2-40B4-BE49-F238E27FC236}">
                <a16:creationId xmlns:a16="http://schemas.microsoft.com/office/drawing/2014/main" id="{D329B9F2-C197-30A5-1540-A2F770FC1D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6" b="14085"/>
          <a:stretch>
            <a:fillRect/>
          </a:stretch>
        </p:blipFill>
        <p:spPr>
          <a:xfrm>
            <a:off x="319" y="1000427"/>
            <a:ext cx="12185824" cy="587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6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744F4-18D4-DDB8-B097-B72BF510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8FF648-D7D2-32FE-E761-20E1FFA337D8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70D72-F307-723E-B22D-16399AE5BAD7}"/>
              </a:ext>
            </a:extLst>
          </p:cNvPr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02E1D-10BB-F6E6-A198-958D19BEA739}"/>
              </a:ext>
            </a:extLst>
          </p:cNvPr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CC"/>
                </a:solidFill>
              </a:rPr>
              <a:t>County × Season × Year Panel Forecasting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1468E-F206-E96F-2543-E48C40B6ED51}"/>
              </a:ext>
            </a:extLst>
          </p:cNvPr>
          <p:cNvSpPr/>
          <p:nvPr/>
        </p:nvSpPr>
        <p:spPr>
          <a:xfrm>
            <a:off x="365760" y="1188720"/>
            <a:ext cx="1325880" cy="59436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663A5-39E9-CFA6-18D2-3A3475CAB091}"/>
              </a:ext>
            </a:extLst>
          </p:cNvPr>
          <p:cNvSpPr txBox="1"/>
          <p:nvPr/>
        </p:nvSpPr>
        <p:spPr>
          <a:xfrm>
            <a:off x="365760" y="123444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1992–96
Warm-up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1F1A2E-73FF-8FE6-99DB-925464C23DB7}"/>
              </a:ext>
            </a:extLst>
          </p:cNvPr>
          <p:cNvSpPr/>
          <p:nvPr/>
        </p:nvSpPr>
        <p:spPr>
          <a:xfrm>
            <a:off x="1737360" y="1188720"/>
            <a:ext cx="4526280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1F93B-3FC8-3243-F303-314098AA0E6F}"/>
              </a:ext>
            </a:extLst>
          </p:cNvPr>
          <p:cNvSpPr txBox="1"/>
          <p:nvPr/>
        </p:nvSpPr>
        <p:spPr>
          <a:xfrm>
            <a:off x="1737360" y="1234440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1997–2012
Training (1,784 rows)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8B9BF-8DBA-35E5-F12F-9425944A4682}"/>
              </a:ext>
            </a:extLst>
          </p:cNvPr>
          <p:cNvSpPr/>
          <p:nvPr/>
        </p:nvSpPr>
        <p:spPr>
          <a:xfrm>
            <a:off x="6309360" y="1188720"/>
            <a:ext cx="1783080" cy="5943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6E422-49ED-2795-81F5-8051BE7922B3}"/>
              </a:ext>
            </a:extLst>
          </p:cNvPr>
          <p:cNvSpPr txBox="1"/>
          <p:nvPr/>
        </p:nvSpPr>
        <p:spPr>
          <a:xfrm>
            <a:off x="6309360" y="12344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2013–15
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3428E2-60BD-E9E0-022D-13693D02E387}"/>
              </a:ext>
            </a:extLst>
          </p:cNvPr>
          <p:cNvSpPr/>
          <p:nvPr/>
        </p:nvSpPr>
        <p:spPr>
          <a:xfrm>
            <a:off x="8138160" y="1188720"/>
            <a:ext cx="34290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B572FB-C44A-AABB-BDDA-6BBC0C6DFB41}"/>
              </a:ext>
            </a:extLst>
          </p:cNvPr>
          <p:cNvSpPr txBox="1"/>
          <p:nvPr/>
        </p:nvSpPr>
        <p:spPr>
          <a:xfrm>
            <a:off x="8138160" y="12344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2016–2026
Forecast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F22E5-1FAF-80F8-D024-20C59A2675EE}"/>
              </a:ext>
            </a:extLst>
          </p:cNvPr>
          <p:cNvSpPr txBox="1"/>
          <p:nvPr/>
        </p:nvSpPr>
        <p:spPr>
          <a:xfrm>
            <a:off x="36576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15 Features engineered: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A72FCA-28FF-71D7-7014-8A1DF4F75BA3}"/>
              </a:ext>
            </a:extLst>
          </p:cNvPr>
          <p:cNvSpPr txBox="1"/>
          <p:nvPr/>
        </p:nvSpPr>
        <p:spPr>
          <a:xfrm>
            <a:off x="365760" y="2286000"/>
            <a:ext cx="5669280" cy="451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333333"/>
                </a:solidFill>
              </a:rPr>
              <a:t>• lag1_severe, lag2_severe — persistent spatial fire regimes</a:t>
            </a:r>
          </a:p>
          <a:p>
            <a:r>
              <a:rPr sz="1250">
                <a:solidFill>
                  <a:srgbClr val="333333"/>
                </a:solidFill>
              </a:rPr>
              <a:t>• rolling3_severe — 3-year trend smoothing</a:t>
            </a:r>
          </a:p>
          <a:p>
            <a:r>
              <a:rPr sz="1250">
                <a:solidFill>
                  <a:srgbClr val="333333"/>
                </a:solidFill>
              </a:rPr>
              <a:t>• </a:t>
            </a:r>
            <a:r>
              <a:rPr sz="1250" err="1">
                <a:solidFill>
                  <a:srgbClr val="333333"/>
                </a:solidFill>
              </a:rPr>
              <a:t>hist_severe_rate</a:t>
            </a:r>
            <a:r>
              <a:rPr sz="1250">
                <a:solidFill>
                  <a:srgbClr val="333333"/>
                </a:solidFill>
              </a:rPr>
              <a:t> — county's intrinsic fire behavior baseline</a:t>
            </a:r>
          </a:p>
          <a:p>
            <a:r>
              <a:rPr sz="1250">
                <a:solidFill>
                  <a:srgbClr val="333333"/>
                </a:solidFill>
              </a:rPr>
              <a:t>• </a:t>
            </a:r>
            <a:r>
              <a:rPr sz="1250" err="1">
                <a:solidFill>
                  <a:srgbClr val="333333"/>
                </a:solidFill>
              </a:rPr>
              <a:t>enso_score</a:t>
            </a:r>
            <a:r>
              <a:rPr sz="1250">
                <a:solidFill>
                  <a:srgbClr val="333333"/>
                </a:solidFill>
              </a:rPr>
              <a:t>, </a:t>
            </a:r>
            <a:r>
              <a:rPr sz="1250" err="1">
                <a:solidFill>
                  <a:srgbClr val="333333"/>
                </a:solidFill>
              </a:rPr>
              <a:t>enso_jja</a:t>
            </a:r>
            <a:r>
              <a:rPr sz="1250">
                <a:solidFill>
                  <a:srgbClr val="333333"/>
                </a:solidFill>
              </a:rPr>
              <a:t> — current-year ENSO climate signal (Jacob)</a:t>
            </a:r>
          </a:p>
          <a:p>
            <a:r>
              <a:rPr sz="1250">
                <a:solidFill>
                  <a:srgbClr val="333333"/>
                </a:solidFill>
              </a:rPr>
              <a:t>• enso_score_lag1/2 — fuel-loading lag: wet years → vegetation → fire (1–2 yr delay)</a:t>
            </a:r>
          </a:p>
          <a:p>
            <a:r>
              <a:rPr sz="1250">
                <a:solidFill>
                  <a:srgbClr val="333333"/>
                </a:solidFill>
              </a:rPr>
              <a:t>• </a:t>
            </a:r>
            <a:r>
              <a:rPr sz="1250" err="1">
                <a:solidFill>
                  <a:srgbClr val="333333"/>
                </a:solidFill>
              </a:rPr>
              <a:t>log_total_fires</a:t>
            </a:r>
            <a:r>
              <a:rPr sz="1250">
                <a:solidFill>
                  <a:srgbClr val="333333"/>
                </a:solidFill>
              </a:rPr>
              <a:t>, FIRE_YEAR, </a:t>
            </a:r>
            <a:r>
              <a:rPr sz="1250" err="1">
                <a:solidFill>
                  <a:srgbClr val="333333"/>
                </a:solidFill>
              </a:rPr>
              <a:t>county_enc</a:t>
            </a:r>
            <a:r>
              <a:rPr sz="1250">
                <a:solidFill>
                  <a:srgbClr val="333333"/>
                </a:solidFill>
              </a:rPr>
              <a:t>, season dummies</a:t>
            </a:r>
            <a:endParaRPr lang="en-US" sz="1250">
              <a:solidFill>
                <a:srgbClr val="333333"/>
              </a:solidFill>
            </a:endParaRPr>
          </a:p>
          <a:p>
            <a:endParaRPr lang="en-CA" sz="1250">
              <a:solidFill>
                <a:srgbClr val="333333"/>
              </a:solidFill>
            </a:endParaRPr>
          </a:p>
          <a:p>
            <a:r>
              <a:rPr lang="en-CA" sz="1250" b="1">
                <a:solidFill>
                  <a:srgbClr val="333333"/>
                </a:solidFill>
              </a:rPr>
              <a:t>Key Data Used:</a:t>
            </a:r>
            <a:endParaRPr lang="en-CA" sz="1250">
              <a:solidFill>
                <a:srgbClr val="333333"/>
              </a:solidFill>
            </a:endParaRPr>
          </a:p>
          <a:p>
            <a:endParaRPr lang="en-CA" sz="1250" b="1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50">
                <a:solidFill>
                  <a:srgbClr val="333333"/>
                </a:solidFill>
              </a:rPr>
              <a:t>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50">
                <a:solidFill>
                  <a:srgbClr val="333333"/>
                </a:solidFill>
              </a:rPr>
              <a:t>Date and Time of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50">
                <a:solidFill>
                  <a:srgbClr val="333333"/>
                </a:solidFill>
              </a:rPr>
              <a:t>County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50">
                <a:solidFill>
                  <a:srgbClr val="333333"/>
                </a:solidFill>
              </a:rPr>
              <a:t>Acres covered</a:t>
            </a:r>
          </a:p>
          <a:p>
            <a:endParaRPr lang="en-CA" sz="1250" b="1">
              <a:solidFill>
                <a:srgbClr val="333333"/>
              </a:solidFill>
            </a:endParaRPr>
          </a:p>
          <a:p>
            <a:r>
              <a:rPr lang="en-CA" sz="1250" b="1">
                <a:solidFill>
                  <a:srgbClr val="333333"/>
                </a:solidFill>
              </a:rPr>
              <a:t>Additional Data Opportunities: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333333"/>
                </a:solidFill>
              </a:rPr>
              <a:t>Time to first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333333"/>
                </a:solidFill>
              </a:rPr>
              <a:t>Time to containment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333333"/>
                </a:solidFill>
              </a:rPr>
              <a:t>Time to extinguish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333333"/>
                </a:solidFill>
              </a:rPr>
              <a:t>Epicenter proximity to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333333"/>
                </a:solidFill>
              </a:rPr>
              <a:t>Number of personnel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1250">
              <a:solidFill>
                <a:srgbClr val="33333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85506C-8D30-8393-2BDA-330F78464668}"/>
              </a:ext>
            </a:extLst>
          </p:cNvPr>
          <p:cNvSpPr/>
          <p:nvPr/>
        </p:nvSpPr>
        <p:spPr>
          <a:xfrm>
            <a:off x="6217920" y="1828800"/>
            <a:ext cx="5577840" cy="4846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0EFF3-4DA7-534D-A539-B8364D436A1B}"/>
              </a:ext>
            </a:extLst>
          </p:cNvPr>
          <p:cNvSpPr txBox="1"/>
          <p:nvPr/>
        </p:nvSpPr>
        <p:spPr>
          <a:xfrm>
            <a:off x="6309360" y="1920240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ENSO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F1073-FE29-4245-3409-887AA36DB21C}"/>
              </a:ext>
            </a:extLst>
          </p:cNvPr>
          <p:cNvSpPr txBox="1"/>
          <p:nvPr/>
        </p:nvSpPr>
        <p:spPr>
          <a:xfrm>
            <a:off x="6309360" y="23774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El Niño years → above-normal rainfall → dense vegetation growth → fuel load dries &amp; burns 1–2 years later
• </a:t>
            </a:r>
            <a:r>
              <a:rPr sz="1200" b="0" i="0" err="1">
                <a:solidFill>
                  <a:srgbClr val="333333"/>
                </a:solidFill>
              </a:rPr>
              <a:t>enso_score</a:t>
            </a:r>
            <a:r>
              <a:rPr sz="1200" b="0" i="0">
                <a:solidFill>
                  <a:srgbClr val="333333"/>
                </a:solidFill>
              </a:rPr>
              <a:t>: ordinal scale (–2 La Niña → +3 El Niño)
• </a:t>
            </a:r>
            <a:r>
              <a:rPr sz="1200" b="0" i="0" err="1">
                <a:solidFill>
                  <a:srgbClr val="333333"/>
                </a:solidFill>
              </a:rPr>
              <a:t>enso_jja</a:t>
            </a:r>
            <a:r>
              <a:rPr sz="1200" b="0" i="0">
                <a:solidFill>
                  <a:srgbClr val="333333"/>
                </a:solidFill>
              </a:rPr>
              <a:t>: June–July–Aug Niño 3.4 anomaly
• 1-yr and 2-yr lags capture the delayed mechanism
Data sourced from NOAA/CPC, extended through 2026 — enables genuine forward-looking forecasts anchored to published climate outlooks.</a:t>
            </a:r>
          </a:p>
        </p:txBody>
      </p:sp>
    </p:spTree>
    <p:extLst>
      <p:ext uri="{BB962C8B-B14F-4D97-AF65-F5344CB8AC3E}">
        <p14:creationId xmlns:p14="http://schemas.microsoft.com/office/powerpoint/2010/main" val="81502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Comparison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CC"/>
                </a:solidFill>
              </a:rPr>
              <a:t>Train 1997–2012 | Validate 2013–2015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772400" cy="2680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097280"/>
            <a:ext cx="3749039" cy="3657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</a:rPr>
              <a:t>Model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79" y="1691640"/>
            <a:ext cx="3566160" cy="822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71C1C"/>
                </a:solidFill>
              </a:rPr>
              <a:t>Gradient Boosting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075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MAE: 0.418   RMSE: 0.933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65176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697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035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MAE: 0.424   RMSE: 0.920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3611880"/>
            <a:ext cx="35661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Poisson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9959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MAE: 0.425   RMSE: 0.898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892040"/>
            <a:ext cx="3749039" cy="646331"/>
          </a:xfrm>
          <a:prstGeom prst="rect">
            <a:avLst/>
          </a:prstGeom>
          <a:solidFill>
            <a:srgbClr val="FFF3E0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Gradient Boosting selected </a:t>
            </a:r>
            <a:r>
              <a:rPr lang="en-US" sz="1200" b="0" i="0">
                <a:solidFill>
                  <a:srgbClr val="333333"/>
                </a:solidFill>
              </a:rPr>
              <a:t>for lowest</a:t>
            </a:r>
            <a:r>
              <a:rPr sz="1200" b="0" i="0">
                <a:solidFill>
                  <a:srgbClr val="333333"/>
                </a:solidFill>
              </a:rPr>
              <a:t> M</a:t>
            </a:r>
            <a:r>
              <a:rPr lang="en-US" sz="1200" b="0" i="0">
                <a:solidFill>
                  <a:srgbClr val="333333"/>
                </a:solidFill>
              </a:rPr>
              <a:t>ean Absolute </a:t>
            </a:r>
            <a:r>
              <a:rPr sz="1200" b="0" i="0">
                <a:solidFill>
                  <a:srgbClr val="333333"/>
                </a:solidFill>
              </a:rPr>
              <a:t>E</a:t>
            </a:r>
            <a:r>
              <a:rPr lang="en-US" sz="1200" b="0" i="0">
                <a:solidFill>
                  <a:srgbClr val="333333"/>
                </a:solidFill>
              </a:rPr>
              <a:t>rror</a:t>
            </a:r>
            <a:r>
              <a:rPr lang="en-US" sz="1200">
                <a:solidFill>
                  <a:srgbClr val="333333"/>
                </a:solidFill>
              </a:rPr>
              <a:t>. The RMSE was particularly high on account of the large outlier of Riverside County in 2015.</a:t>
            </a:r>
            <a:endParaRPr sz="1200" b="0" i="0">
              <a:solidFill>
                <a:srgbClr val="333333"/>
              </a:solidFill>
            </a:endParaRPr>
          </a:p>
        </p:txBody>
      </p:sp>
      <p:pic>
        <p:nvPicPr>
          <p:cNvPr id="18" name="Picture 17" descr="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" y="3786360"/>
            <a:ext cx="4563403" cy="30680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42f589-962f-4dd1-8f42-4140e97c4b86">
      <Terms xmlns="http://schemas.microsoft.com/office/infopath/2007/PartnerControls"/>
    </lcf76f155ced4ddcb4097134ff3c332f>
    <TaxCatchAll xmlns="ee325a70-a4b7-4132-bf8b-78ef04e08c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012D29DA1D14E98864BDA23767D5D" ma:contentTypeVersion="11" ma:contentTypeDescription="Create a new document." ma:contentTypeScope="" ma:versionID="849ba5bc95b98b7f13a49fca2e2dbb79">
  <xsd:schema xmlns:xsd="http://www.w3.org/2001/XMLSchema" xmlns:xs="http://www.w3.org/2001/XMLSchema" xmlns:p="http://schemas.microsoft.com/office/2006/metadata/properties" xmlns:ns2="9d42f589-962f-4dd1-8f42-4140e97c4b86" xmlns:ns3="ee325a70-a4b7-4132-bf8b-78ef04e08c75" targetNamespace="http://schemas.microsoft.com/office/2006/metadata/properties" ma:root="true" ma:fieldsID="8deb09e35007d62e4202bd8deb76561f" ns2:_="" ns3:_="">
    <xsd:import namespace="9d42f589-962f-4dd1-8f42-4140e97c4b86"/>
    <xsd:import namespace="ee325a70-a4b7-4132-bf8b-78ef04e08c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2f589-962f-4dd1-8f42-4140e97c4b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d2e69d-a885-47d9-a849-8bc90acf94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325a70-a4b7-4132-bf8b-78ef04e08c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0cbba08-a3d8-4ab9-b72e-39b91ea41492}" ma:internalName="TaxCatchAll" ma:showField="CatchAllData" ma:web="ee325a70-a4b7-4132-bf8b-78ef04e08c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401DDA-3191-4A7B-AB07-072A50BAF363}">
  <ds:schemaRefs>
    <ds:schemaRef ds:uri="9d42f589-962f-4dd1-8f42-4140e97c4b86"/>
    <ds:schemaRef ds:uri="ee325a70-a4b7-4132-bf8b-78ef04e08c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2456BD1-AAC1-496A-847D-F40B62D78A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94ABF5-5F18-4ED7-8429-C51D86B9A64A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2026-05-23T17:03:37Z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0x010100825012D29DA1D14E98864BDA23767D5D</vt:lpwstr>
  </property>
  <property fmtid="{D5CDD505-2E9C-101B-9397-08002B2CF9AE}" pid="3" name="MediaServiceImageTags">
    <vt:lpwstr/>
  </property>
</Properties>
</file>